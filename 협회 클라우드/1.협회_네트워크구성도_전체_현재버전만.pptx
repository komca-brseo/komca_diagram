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7"/>
  </p:notesMasterIdLst>
  <p:sldIdLst>
    <p:sldId id="326" r:id="rId2"/>
    <p:sldId id="327" r:id="rId3"/>
    <p:sldId id="313" r:id="rId4"/>
    <p:sldId id="318" r:id="rId5"/>
    <p:sldId id="308" r:id="rId6"/>
  </p:sldIdLst>
  <p:sldSz cx="12192000" cy="6858000"/>
  <p:notesSz cx="9866313" cy="67357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" id="{7B6A06E8-EFD8-4681-B772-177FC27DB295}">
          <p14:sldIdLst>
            <p14:sldId id="326"/>
            <p14:sldId id="327"/>
            <p14:sldId id="313"/>
            <p14:sldId id="318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7EBA"/>
    <a:srgbClr val="E6F2F8"/>
    <a:srgbClr val="909E9E"/>
    <a:srgbClr val="004A82"/>
    <a:srgbClr val="44A5D6"/>
    <a:srgbClr val="F25B1E"/>
    <a:srgbClr val="0070C0"/>
    <a:srgbClr val="E9EBF3"/>
    <a:srgbClr val="EBE9F3"/>
    <a:srgbClr val="E54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5402" cy="337958"/>
          </a:xfrm>
          <a:prstGeom prst="rect">
            <a:avLst/>
          </a:prstGeom>
        </p:spPr>
        <p:txBody>
          <a:bodyPr vert="horz" lIns="94864" tIns="47433" rIns="94864" bIns="4743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9" y="0"/>
            <a:ext cx="4275402" cy="337958"/>
          </a:xfrm>
          <a:prstGeom prst="rect">
            <a:avLst/>
          </a:prstGeom>
        </p:spPr>
        <p:txBody>
          <a:bodyPr vert="horz" lIns="94864" tIns="47433" rIns="94864" bIns="47433" rtlCol="0"/>
          <a:lstStyle>
            <a:lvl1pPr algn="r">
              <a:defRPr sz="1200"/>
            </a:lvl1pPr>
          </a:lstStyle>
          <a:p>
            <a:fld id="{B69836FC-98A0-4459-9405-4E0205F876E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11475" y="841375"/>
            <a:ext cx="4044950" cy="2274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64" tIns="47433" rIns="94864" bIns="474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4864" tIns="47433" rIns="94864" bIns="4743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97807"/>
            <a:ext cx="4275402" cy="337957"/>
          </a:xfrm>
          <a:prstGeom prst="rect">
            <a:avLst/>
          </a:prstGeom>
        </p:spPr>
        <p:txBody>
          <a:bodyPr vert="horz" lIns="94864" tIns="47433" rIns="94864" bIns="4743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9" y="6397807"/>
            <a:ext cx="4275402" cy="337957"/>
          </a:xfrm>
          <a:prstGeom prst="rect">
            <a:avLst/>
          </a:prstGeom>
        </p:spPr>
        <p:txBody>
          <a:bodyPr vert="horz" lIns="94864" tIns="47433" rIns="94864" bIns="47433" rtlCol="0" anchor="b"/>
          <a:lstStyle>
            <a:lvl1pPr algn="r">
              <a:defRPr sz="1200"/>
            </a:lvl1pPr>
          </a:lstStyle>
          <a:p>
            <a:fld id="{E9C701C9-0559-4041-9922-16875EB9E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6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36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4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899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01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48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74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06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25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8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24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8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4C0DE-811B-482B-989D-197B8F761DC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20DF0-AC89-45E7-B516-BC8F023BB2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1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26" Type="http://schemas.openxmlformats.org/officeDocument/2006/relationships/image" Target="../media/image37.svg"/><Relationship Id="rId39" Type="http://schemas.openxmlformats.org/officeDocument/2006/relationships/image" Target="../media/image50.png"/><Relationship Id="rId21" Type="http://schemas.openxmlformats.org/officeDocument/2006/relationships/image" Target="../media/image32.png"/><Relationship Id="rId34" Type="http://schemas.openxmlformats.org/officeDocument/2006/relationships/image" Target="../media/image45.svg"/><Relationship Id="rId42" Type="http://schemas.openxmlformats.org/officeDocument/2006/relationships/image" Target="../media/image53.sv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7.sv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svg"/><Relationship Id="rId32" Type="http://schemas.openxmlformats.org/officeDocument/2006/relationships/image" Target="../media/image43.svg"/><Relationship Id="rId37" Type="http://schemas.openxmlformats.org/officeDocument/2006/relationships/image" Target="../media/image48.png"/><Relationship Id="rId40" Type="http://schemas.openxmlformats.org/officeDocument/2006/relationships/image" Target="../media/image51.svg"/><Relationship Id="rId45" Type="http://schemas.openxmlformats.org/officeDocument/2006/relationships/image" Target="../media/image56.pn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svg"/><Relationship Id="rId36" Type="http://schemas.openxmlformats.org/officeDocument/2006/relationships/image" Target="../media/image47.svg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4" Type="http://schemas.openxmlformats.org/officeDocument/2006/relationships/image" Target="../media/image55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svg"/><Relationship Id="rId27" Type="http://schemas.openxmlformats.org/officeDocument/2006/relationships/image" Target="../media/image38.png"/><Relationship Id="rId30" Type="http://schemas.openxmlformats.org/officeDocument/2006/relationships/image" Target="../media/image41.svg"/><Relationship Id="rId35" Type="http://schemas.openxmlformats.org/officeDocument/2006/relationships/image" Target="../media/image46.png"/><Relationship Id="rId43" Type="http://schemas.openxmlformats.org/officeDocument/2006/relationships/image" Target="../media/image54.png"/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9.svg"/><Relationship Id="rId46" Type="http://schemas.openxmlformats.org/officeDocument/2006/relationships/image" Target="../media/image57.png"/><Relationship Id="rId20" Type="http://schemas.openxmlformats.org/officeDocument/2006/relationships/image" Target="../media/image31.svg"/><Relationship Id="rId41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emf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제목 1">
            <a:extLst>
              <a:ext uri="{FF2B5EF4-FFF2-40B4-BE49-F238E27FC236}">
                <a16:creationId xmlns:a16="http://schemas.microsoft.com/office/drawing/2014/main" id="{FB5E8709-6E01-4389-A306-9B5FCF0A956F}"/>
              </a:ext>
            </a:extLst>
          </p:cNvPr>
          <p:cNvSpPr txBox="1">
            <a:spLocks/>
          </p:cNvSpPr>
          <p:nvPr/>
        </p:nvSpPr>
        <p:spPr>
          <a:xfrm>
            <a:off x="567388" y="266506"/>
            <a:ext cx="3416535" cy="5088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시스템 구성도</a:t>
            </a:r>
            <a:r>
              <a:rPr lang="en-US" altLang="ko-KR" dirty="0"/>
              <a:t>(</a:t>
            </a:r>
            <a:r>
              <a:rPr lang="ko-KR" altLang="en-US" dirty="0"/>
              <a:t>협회별관</a:t>
            </a:r>
            <a:r>
              <a:rPr lang="en-US" altLang="ko-KR" dirty="0"/>
              <a:t>-</a:t>
            </a:r>
            <a:r>
              <a:rPr lang="ko-KR" altLang="en-US" dirty="0"/>
              <a:t>본부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4515D6-0A95-42EB-A50F-FA49772F3F45}"/>
              </a:ext>
            </a:extLst>
          </p:cNvPr>
          <p:cNvSpPr txBox="1"/>
          <p:nvPr/>
        </p:nvSpPr>
        <p:spPr>
          <a:xfrm>
            <a:off x="4193422" y="44286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AS-IS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92C183F-44DE-4DA3-A362-B102F91FE794}"/>
              </a:ext>
            </a:extLst>
          </p:cNvPr>
          <p:cNvCxnSpPr/>
          <p:nvPr/>
        </p:nvCxnSpPr>
        <p:spPr>
          <a:xfrm>
            <a:off x="486032" y="881449"/>
            <a:ext cx="111705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D3C9679-626A-4BE2-94A4-BC6DFE58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061" y="5393261"/>
            <a:ext cx="544246" cy="4510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F99F856-48AF-4A72-90FA-D6582CB6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940" y="5393261"/>
            <a:ext cx="544246" cy="45100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D46CDEE-3F82-4EBC-AB94-005E660B7C0A}"/>
              </a:ext>
            </a:extLst>
          </p:cNvPr>
          <p:cNvSpPr/>
          <p:nvPr/>
        </p:nvSpPr>
        <p:spPr>
          <a:xfrm>
            <a:off x="5176238" y="3413557"/>
            <a:ext cx="1731689" cy="2863518"/>
          </a:xfrm>
          <a:prstGeom prst="rect">
            <a:avLst/>
          </a:prstGeom>
          <a:solidFill>
            <a:srgbClr val="66D096">
              <a:alpha val="30000"/>
            </a:srgbClr>
          </a:solidFill>
          <a:ln w="63500">
            <a:noFill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rtlCol="0" anchor="ctr">
            <a:noAutofit/>
          </a:bodyPr>
          <a:lstStyle/>
          <a:p>
            <a:pPr algn="ctr"/>
            <a:endParaRPr lang="ko-KR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3D7FD60-BB0B-4BA6-94B5-E34E3AFABE7A}"/>
              </a:ext>
            </a:extLst>
          </p:cNvPr>
          <p:cNvGrpSpPr/>
          <p:nvPr/>
        </p:nvGrpSpPr>
        <p:grpSpPr>
          <a:xfrm>
            <a:off x="9764404" y="5769274"/>
            <a:ext cx="1791109" cy="538683"/>
            <a:chOff x="9057868" y="1234723"/>
            <a:chExt cx="1791109" cy="538683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06B0C52-16C5-4712-A6AE-02E60F8C41BD}"/>
                </a:ext>
              </a:extLst>
            </p:cNvPr>
            <p:cNvGrpSpPr/>
            <p:nvPr/>
          </p:nvGrpSpPr>
          <p:grpSpPr>
            <a:xfrm>
              <a:off x="9057868" y="1234723"/>
              <a:ext cx="1791109" cy="538683"/>
              <a:chOff x="7914867" y="1234722"/>
              <a:chExt cx="1791109" cy="538683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36C5550B-5746-47F8-933B-03DF9ED06EEA}"/>
                  </a:ext>
                </a:extLst>
              </p:cNvPr>
              <p:cNvGrpSpPr/>
              <p:nvPr/>
            </p:nvGrpSpPr>
            <p:grpSpPr>
              <a:xfrm>
                <a:off x="7914867" y="1234722"/>
                <a:ext cx="1791109" cy="538683"/>
                <a:chOff x="10074665" y="4467096"/>
                <a:chExt cx="1627280" cy="616007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D4DC6AF-DDCA-4184-B5DA-86A389A172A7}"/>
                    </a:ext>
                  </a:extLst>
                </p:cNvPr>
                <p:cNvSpPr txBox="1"/>
                <p:nvPr/>
              </p:nvSpPr>
              <p:spPr>
                <a:xfrm>
                  <a:off x="10738724" y="4467096"/>
                  <a:ext cx="960939" cy="321003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ko-KR" altLang="en-US" sz="800" dirty="0"/>
                    <a:t>별관</a:t>
                  </a:r>
                  <a:endParaRPr lang="en-US" altLang="ko-KR" sz="800" dirty="0"/>
                </a:p>
              </p:txBody>
            </p:sp>
            <p:sp>
              <p:nvSpPr>
                <p:cNvPr id="15" name="사각형: 둥근 모서리 14">
                  <a:extLst>
                    <a:ext uri="{FF2B5EF4-FFF2-40B4-BE49-F238E27FC236}">
                      <a16:creationId xmlns:a16="http://schemas.microsoft.com/office/drawing/2014/main" id="{4870FA4C-8DDF-49BB-9D43-A6A19D7577D5}"/>
                    </a:ext>
                  </a:extLst>
                </p:cNvPr>
                <p:cNvSpPr/>
                <p:nvPr/>
              </p:nvSpPr>
              <p:spPr>
                <a:xfrm>
                  <a:off x="10074665" y="4534901"/>
                  <a:ext cx="1627280" cy="548202"/>
                </a:xfrm>
                <a:prstGeom prst="roundRect">
                  <a:avLst>
                    <a:gd name="adj" fmla="val 0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범례</a:t>
                  </a:r>
                  <a:r>
                    <a:rPr lang="en-US" altLang="ko-KR" sz="1000" dirty="0">
                      <a:solidFill>
                        <a:schemeClr val="tx1"/>
                      </a:solidFill>
                    </a:rPr>
                    <a:t>: </a:t>
                  </a:r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E4B9FE0-C8F1-4806-825E-3CD1502E3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3552" y="1398793"/>
                <a:ext cx="307975" cy="0"/>
              </a:xfrm>
              <a:prstGeom prst="line">
                <a:avLst/>
              </a:prstGeom>
              <a:ln w="63500">
                <a:solidFill>
                  <a:srgbClr val="00B0F0">
                    <a:alpha val="6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52242070-D27F-46E1-9E62-7FB6F31A0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3552" y="1614237"/>
                <a:ext cx="307975" cy="0"/>
              </a:xfrm>
              <a:prstGeom prst="line">
                <a:avLst/>
              </a:prstGeom>
              <a:ln w="63500">
                <a:solidFill>
                  <a:srgbClr val="00B050">
                    <a:alpha val="6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6C5638-0445-46E1-A0D4-4B62DE5D79D5}"/>
                </a:ext>
              </a:extLst>
            </p:cNvPr>
            <p:cNvSpPr txBox="1"/>
            <p:nvPr/>
          </p:nvSpPr>
          <p:spPr>
            <a:xfrm>
              <a:off x="9788782" y="1437413"/>
              <a:ext cx="1057683" cy="280709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square" lIns="36000" tIns="36000" rIns="36000" bIns="3600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800" dirty="0"/>
                <a:t>본사</a:t>
              </a:r>
              <a:endParaRPr lang="en-US" altLang="ko-KR" sz="800" dirty="0"/>
            </a:p>
          </p:txBody>
        </p:sp>
      </p:grpSp>
      <p:pic>
        <p:nvPicPr>
          <p:cNvPr id="16" name="그림 15" descr="그래픽, 상징, 원, 예술이(가) 표시된 사진&#10;&#10;자동 생성된 설명">
            <a:extLst>
              <a:ext uri="{FF2B5EF4-FFF2-40B4-BE49-F238E27FC236}">
                <a16:creationId xmlns:a16="http://schemas.microsoft.com/office/drawing/2014/main" id="{391789A1-45C6-4F03-A004-78ED7F806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577" y="1429927"/>
            <a:ext cx="538885" cy="5388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22945E2-ED4F-4711-8E01-54C590DCA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292" y="4214036"/>
            <a:ext cx="429491" cy="4294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AC20D85-952E-40D2-9FFA-1B4315C33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412" y="4218455"/>
            <a:ext cx="429491" cy="42949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2309AFD-9C03-4FAA-B046-D10B3C59B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35" y="5408702"/>
            <a:ext cx="544246" cy="45100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89F48B7-3FD3-46CF-B390-B09061FB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14" y="5408702"/>
            <a:ext cx="544246" cy="451009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F1EAD7D-E928-44C9-B21E-DCF5D158949A}"/>
              </a:ext>
            </a:extLst>
          </p:cNvPr>
          <p:cNvCxnSpPr>
            <a:cxnSpLocks/>
            <a:stCxn id="31" idx="3"/>
            <a:endCxn id="30" idx="1"/>
          </p:cNvCxnSpPr>
          <p:nvPr/>
        </p:nvCxnSpPr>
        <p:spPr>
          <a:xfrm flipV="1">
            <a:off x="1610425" y="3428999"/>
            <a:ext cx="467046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8B63B6A-D99D-414D-8031-28B3402573F2}"/>
              </a:ext>
            </a:extLst>
          </p:cNvPr>
          <p:cNvCxnSpPr>
            <a:cxnSpLocks/>
            <a:stCxn id="30" idx="2"/>
            <a:endCxn id="18" idx="0"/>
          </p:cNvCxnSpPr>
          <p:nvPr/>
        </p:nvCxnSpPr>
        <p:spPr>
          <a:xfrm>
            <a:off x="2324157" y="3628028"/>
            <a:ext cx="1" cy="59042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1EAD67-5697-4DE1-B540-89B5AB3FCC6E}"/>
              </a:ext>
            </a:extLst>
          </p:cNvPr>
          <p:cNvCxnSpPr>
            <a:cxnSpLocks/>
            <a:stCxn id="31" idx="2"/>
            <a:endCxn id="17" idx="0"/>
          </p:cNvCxnSpPr>
          <p:nvPr/>
        </p:nvCxnSpPr>
        <p:spPr>
          <a:xfrm>
            <a:off x="1363739" y="3628029"/>
            <a:ext cx="299" cy="586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C0C11B0-A610-4147-A66E-721531488C7B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1600258" y="4433199"/>
            <a:ext cx="509154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D50F26F-9FB2-406D-B7B8-2B1A0813E1FC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 flipH="1">
            <a:off x="1364037" y="4643527"/>
            <a:ext cx="1" cy="7651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36B2D5F-6735-4CF9-8BEC-0D4A93A18801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2324158" y="4647946"/>
            <a:ext cx="0" cy="7607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704166A3-ED66-4947-A431-B939585B1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589" y="2319904"/>
            <a:ext cx="390446" cy="390446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FCE456C-B52E-4B85-9F79-78D6231E0D79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>
            <a:off x="1856812" y="2710350"/>
            <a:ext cx="467345" cy="5196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0C78589-90BB-4CE9-90FE-E8AEA60D6843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 flipH="1">
            <a:off x="1363739" y="2710350"/>
            <a:ext cx="493073" cy="5196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 descr="스크린샷, 그래픽, 디자인이(가) 표시된 사진&#10;&#10;자동 생성된 설명">
            <a:extLst>
              <a:ext uri="{FF2B5EF4-FFF2-40B4-BE49-F238E27FC236}">
                <a16:creationId xmlns:a16="http://schemas.microsoft.com/office/drawing/2014/main" id="{35A35912-1233-484E-9271-B31121B3927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" b="9836"/>
          <a:stretch/>
        </p:blipFill>
        <p:spPr>
          <a:xfrm>
            <a:off x="2077471" y="3229969"/>
            <a:ext cx="493372" cy="398059"/>
          </a:xfrm>
          <a:prstGeom prst="rect">
            <a:avLst/>
          </a:prstGeom>
        </p:spPr>
      </p:pic>
      <p:pic>
        <p:nvPicPr>
          <p:cNvPr id="31" name="그림 30" descr="스크린샷, 그래픽, 디자인이(가) 표시된 사진&#10;&#10;자동 생성된 설명">
            <a:extLst>
              <a:ext uri="{FF2B5EF4-FFF2-40B4-BE49-F238E27FC236}">
                <a16:creationId xmlns:a16="http://schemas.microsoft.com/office/drawing/2014/main" id="{A26F019E-E883-4323-8DBA-AE062A16F06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" b="9836"/>
          <a:stretch/>
        </p:blipFill>
        <p:spPr>
          <a:xfrm>
            <a:off x="1117053" y="3229970"/>
            <a:ext cx="493372" cy="398059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BFC6C55E-268C-4A96-AAA7-C1F2631867EC}"/>
              </a:ext>
            </a:extLst>
          </p:cNvPr>
          <p:cNvSpPr/>
          <p:nvPr/>
        </p:nvSpPr>
        <p:spPr>
          <a:xfrm>
            <a:off x="975212" y="3428998"/>
            <a:ext cx="1731689" cy="2863518"/>
          </a:xfrm>
          <a:prstGeom prst="rect">
            <a:avLst/>
          </a:prstGeom>
          <a:solidFill>
            <a:srgbClr val="00B0F0">
              <a:alpha val="15000"/>
            </a:srgb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ko-KR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03978-35FD-429E-9542-8181645B79E5}"/>
              </a:ext>
            </a:extLst>
          </p:cNvPr>
          <p:cNvSpPr txBox="1"/>
          <p:nvPr/>
        </p:nvSpPr>
        <p:spPr>
          <a:xfrm>
            <a:off x="1166185" y="6030958"/>
            <a:ext cx="1280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192.168.11.0/24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715228E7-58BE-43F5-AB98-12626F26B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710" y="2320045"/>
            <a:ext cx="390446" cy="390446"/>
          </a:xfrm>
          <a:prstGeom prst="rect">
            <a:avLst/>
          </a:prstGeom>
        </p:spPr>
      </p:pic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AE2BBB9-F550-42C0-BCAF-B78ED81F44E3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 flipH="1">
            <a:off x="5565064" y="2710491"/>
            <a:ext cx="528869" cy="5170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그림 38" descr="스크린샷, 그래픽, 디자인이(가) 표시된 사진&#10;&#10;자동 생성된 설명">
            <a:extLst>
              <a:ext uri="{FF2B5EF4-FFF2-40B4-BE49-F238E27FC236}">
                <a16:creationId xmlns:a16="http://schemas.microsoft.com/office/drawing/2014/main" id="{C6B59477-A5EA-485E-85AA-304B152484A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" b="9836"/>
          <a:stretch/>
        </p:blipFill>
        <p:spPr>
          <a:xfrm>
            <a:off x="6278497" y="3227513"/>
            <a:ext cx="493372" cy="398059"/>
          </a:xfrm>
          <a:prstGeom prst="rect">
            <a:avLst/>
          </a:prstGeom>
        </p:spPr>
      </p:pic>
      <p:pic>
        <p:nvPicPr>
          <p:cNvPr id="40" name="그림 39" descr="스크린샷, 그래픽, 디자인이(가) 표시된 사진&#10;&#10;자동 생성된 설명">
            <a:extLst>
              <a:ext uri="{FF2B5EF4-FFF2-40B4-BE49-F238E27FC236}">
                <a16:creationId xmlns:a16="http://schemas.microsoft.com/office/drawing/2014/main" id="{9162937B-912C-4F76-8277-A9BC549841E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" b="9836"/>
          <a:stretch/>
        </p:blipFill>
        <p:spPr>
          <a:xfrm>
            <a:off x="5318378" y="3227513"/>
            <a:ext cx="493372" cy="398059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97099DB-0E59-44DE-81FA-DA5D4EF8A59B}"/>
              </a:ext>
            </a:extLst>
          </p:cNvPr>
          <p:cNvCxnSpPr>
            <a:cxnSpLocks/>
            <a:stCxn id="36" idx="0"/>
            <a:endCxn id="16" idx="2"/>
          </p:cNvCxnSpPr>
          <p:nvPr/>
        </p:nvCxnSpPr>
        <p:spPr>
          <a:xfrm flipH="1" flipV="1">
            <a:off x="3589020" y="1968812"/>
            <a:ext cx="2504913" cy="3512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>
            <a:extLst>
              <a:ext uri="{FF2B5EF4-FFF2-40B4-BE49-F238E27FC236}">
                <a16:creationId xmlns:a16="http://schemas.microsoft.com/office/drawing/2014/main" id="{D78DEFA8-6CA9-4462-B4A8-B6E715590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318" y="4198595"/>
            <a:ext cx="429491" cy="42949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6BE6742-D6A2-40E4-957B-C4E7DF4BE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438" y="4203014"/>
            <a:ext cx="429491" cy="429491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21D063B-091A-4190-9B66-24D5758BADA8}"/>
              </a:ext>
            </a:extLst>
          </p:cNvPr>
          <p:cNvCxnSpPr>
            <a:cxnSpLocks/>
            <a:stCxn id="40" idx="3"/>
            <a:endCxn id="39" idx="1"/>
          </p:cNvCxnSpPr>
          <p:nvPr/>
        </p:nvCxnSpPr>
        <p:spPr>
          <a:xfrm>
            <a:off x="5811750" y="3426543"/>
            <a:ext cx="4667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F0B3465-731D-4C51-9EF3-E353E6ED9FEA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>
            <a:off x="6525183" y="3625572"/>
            <a:ext cx="1" cy="5774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25A24C9-1D82-4411-BD8E-D3B0359F4EB3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5565064" y="3625572"/>
            <a:ext cx="0" cy="5730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7F0E671-D8AE-4E4F-B879-31F36C8C07CC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5801284" y="4417758"/>
            <a:ext cx="509154" cy="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46B232E-C26B-428E-938A-E7E27B858E3F}"/>
              </a:ext>
            </a:extLst>
          </p:cNvPr>
          <p:cNvCxnSpPr>
            <a:cxnSpLocks/>
            <a:stCxn id="42" idx="2"/>
            <a:endCxn id="6" idx="0"/>
          </p:cNvCxnSpPr>
          <p:nvPr/>
        </p:nvCxnSpPr>
        <p:spPr>
          <a:xfrm flipH="1">
            <a:off x="5565063" y="4628086"/>
            <a:ext cx="1" cy="7651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4A02395-4B04-4403-ABDE-9E799D8011BD}"/>
              </a:ext>
            </a:extLst>
          </p:cNvPr>
          <p:cNvCxnSpPr>
            <a:cxnSpLocks/>
            <a:stCxn id="43" idx="2"/>
            <a:endCxn id="5" idx="0"/>
          </p:cNvCxnSpPr>
          <p:nvPr/>
        </p:nvCxnSpPr>
        <p:spPr>
          <a:xfrm>
            <a:off x="6525184" y="4632505"/>
            <a:ext cx="0" cy="7607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023C667-1575-4149-8E98-A128E2E74114}"/>
              </a:ext>
            </a:extLst>
          </p:cNvPr>
          <p:cNvSpPr txBox="1"/>
          <p:nvPr/>
        </p:nvSpPr>
        <p:spPr>
          <a:xfrm>
            <a:off x="5473585" y="5865562"/>
            <a:ext cx="1298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192.168.1.0/24</a:t>
            </a:r>
          </a:p>
          <a:p>
            <a:r>
              <a:rPr lang="en-US" altLang="ko-KR" sz="1200" dirty="0"/>
              <a:t>192.168.2.0/24</a:t>
            </a:r>
          </a:p>
          <a:p>
            <a:r>
              <a:rPr lang="en-US" altLang="ko-KR" sz="1200" dirty="0"/>
              <a:t>192.168.3.0/24</a:t>
            </a:r>
          </a:p>
        </p:txBody>
      </p:sp>
      <p:pic>
        <p:nvPicPr>
          <p:cNvPr id="51" name="그림 50" descr="그래픽, 상징, 원, 예술이(가) 표시된 사진&#10;&#10;자동 생성된 설명">
            <a:extLst>
              <a:ext uri="{FF2B5EF4-FFF2-40B4-BE49-F238E27FC236}">
                <a16:creationId xmlns:a16="http://schemas.microsoft.com/office/drawing/2014/main" id="{5532F996-ACBB-4A8E-8A63-EEE04DA620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540" y="1429926"/>
            <a:ext cx="538885" cy="538885"/>
          </a:xfrm>
          <a:prstGeom prst="rect">
            <a:avLst/>
          </a:prstGeom>
        </p:spPr>
      </p:pic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B6CF59D-EE7F-4192-9829-543E3F74D583}"/>
              </a:ext>
            </a:extLst>
          </p:cNvPr>
          <p:cNvCxnSpPr>
            <a:cxnSpLocks/>
            <a:stCxn id="36" idx="0"/>
            <a:endCxn id="51" idx="2"/>
          </p:cNvCxnSpPr>
          <p:nvPr/>
        </p:nvCxnSpPr>
        <p:spPr>
          <a:xfrm flipV="1">
            <a:off x="6093933" y="1968811"/>
            <a:ext cx="2509050" cy="3512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0FB5DC8-A512-42B0-A31D-52D9035E5837}"/>
              </a:ext>
            </a:extLst>
          </p:cNvPr>
          <p:cNvCxnSpPr>
            <a:cxnSpLocks/>
            <a:endCxn id="51" idx="2"/>
          </p:cNvCxnSpPr>
          <p:nvPr/>
        </p:nvCxnSpPr>
        <p:spPr>
          <a:xfrm flipH="1" flipV="1">
            <a:off x="8602983" y="1968811"/>
            <a:ext cx="1305159" cy="5463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8CA456A8-F983-4C6C-B1D3-14ACFA1CE809}"/>
              </a:ext>
            </a:extLst>
          </p:cNvPr>
          <p:cNvCxnSpPr>
            <a:cxnSpLocks/>
            <a:stCxn id="16" idx="2"/>
            <a:endCxn id="27" idx="0"/>
          </p:cNvCxnSpPr>
          <p:nvPr/>
        </p:nvCxnSpPr>
        <p:spPr>
          <a:xfrm flipH="1">
            <a:off x="1856812" y="1968812"/>
            <a:ext cx="1732208" cy="3510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그림 54">
            <a:extLst>
              <a:ext uri="{FF2B5EF4-FFF2-40B4-BE49-F238E27FC236}">
                <a16:creationId xmlns:a16="http://schemas.microsoft.com/office/drawing/2014/main" id="{FA64F9FB-3C81-44B4-B19F-CF2F8ADC7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8142" y="2123098"/>
            <a:ext cx="784058" cy="78405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B2F24CD-0B61-4BB5-8A7B-0AFEF7ACF810}"/>
              </a:ext>
            </a:extLst>
          </p:cNvPr>
          <p:cNvSpPr txBox="1"/>
          <p:nvPr/>
        </p:nvSpPr>
        <p:spPr>
          <a:xfrm>
            <a:off x="9608356" y="2953500"/>
            <a:ext cx="1421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192.168.240.0/20</a:t>
            </a:r>
          </a:p>
        </p:txBody>
      </p:sp>
    </p:spTree>
    <p:extLst>
      <p:ext uri="{BB962C8B-B14F-4D97-AF65-F5344CB8AC3E}">
        <p14:creationId xmlns:p14="http://schemas.microsoft.com/office/powerpoint/2010/main" val="385679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제목 1">
            <a:extLst>
              <a:ext uri="{FF2B5EF4-FFF2-40B4-BE49-F238E27FC236}">
                <a16:creationId xmlns:a16="http://schemas.microsoft.com/office/drawing/2014/main" id="{FB5E8709-6E01-4389-A306-9B5FCF0A956F}"/>
              </a:ext>
            </a:extLst>
          </p:cNvPr>
          <p:cNvSpPr txBox="1">
            <a:spLocks/>
          </p:cNvSpPr>
          <p:nvPr/>
        </p:nvSpPr>
        <p:spPr>
          <a:xfrm>
            <a:off x="567388" y="266506"/>
            <a:ext cx="3416535" cy="5088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시스템 구성도</a:t>
            </a:r>
            <a:r>
              <a:rPr lang="en-US" altLang="ko-KR" dirty="0"/>
              <a:t>(</a:t>
            </a:r>
            <a:r>
              <a:rPr lang="ko-KR" altLang="en-US" dirty="0"/>
              <a:t>협회별관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4515D6-0A95-42EB-A50F-FA49772F3F45}"/>
              </a:ext>
            </a:extLst>
          </p:cNvPr>
          <p:cNvSpPr txBox="1"/>
          <p:nvPr/>
        </p:nvSpPr>
        <p:spPr>
          <a:xfrm>
            <a:off x="4193422" y="44286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AS-IS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1AE321A2-45AD-4999-A5AC-65BC3BBC5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198" b="96703" l="1406" r="99598">
                        <a14:foregroundMark x1="4819" y1="57143" x2="21486" y2="2198"/>
                        <a14:foregroundMark x1="1606" y1="93407" x2="3414" y2="93407"/>
                        <a14:foregroundMark x1="24096" y1="31868" x2="74900" y2="25275"/>
                        <a14:foregroundMark x1="74900" y1="25275" x2="88353" y2="28571"/>
                        <a14:foregroundMark x1="88755" y1="32967" x2="95783" y2="72527"/>
                        <a14:foregroundMark x1="97791" y1="56044" x2="96787" y2="87912"/>
                        <a14:foregroundMark x1="97791" y1="86813" x2="87751" y2="97802"/>
                        <a14:foregroundMark x1="94779" y1="83516" x2="98193" y2="97802"/>
                        <a14:foregroundMark x1="95181" y1="86813" x2="96185" y2="95604"/>
                        <a14:foregroundMark x1="96988" y1="87912" x2="99799" y2="94505"/>
                        <a14:foregroundMark x1="93173" y1="85714" x2="86145" y2="96703"/>
                        <a14:foregroundMark x1="34739" y1="91209" x2="35944" y2="94505"/>
                        <a14:foregroundMark x1="2610" y1="92308" x2="47791" y2="86813"/>
                        <a14:foregroundMark x1="47791" y1="86813" x2="89157" y2="945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6327" y="4086086"/>
            <a:ext cx="2122529" cy="38785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A60D3092-9931-4E9B-B164-CF2A1283D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210" y="3083989"/>
            <a:ext cx="2364765" cy="338193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DE92EF5B-2F04-4E52-B428-364F53F0F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95" b="95604" l="1406" r="99197">
                        <a14:foregroundMark x1="7028" y1="32967" x2="5020" y2="70330"/>
                        <a14:foregroundMark x1="12651" y1="10989" x2="10040" y2="35165"/>
                        <a14:foregroundMark x1="2008" y1="50549" x2="1807" y2="92308"/>
                        <a14:foregroundMark x1="12048" y1="8791" x2="86145" y2="17582"/>
                        <a14:foregroundMark x1="86948" y1="13187" x2="97390" y2="52747"/>
                        <a14:foregroundMark x1="84538" y1="86813" x2="99197" y2="92308"/>
                        <a14:foregroundMark x1="80723" y1="89011" x2="94177" y2="95604"/>
                        <a14:foregroundMark x1="92771" y1="84615" x2="98594" y2="846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64265" y="4086086"/>
            <a:ext cx="2122529" cy="387852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DA89F6B-911F-46CB-B28B-1FEE12936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148" y="3083989"/>
            <a:ext cx="2364765" cy="338193"/>
          </a:xfrm>
          <a:prstGeom prst="rect">
            <a:avLst/>
          </a:prstGeom>
        </p:spPr>
      </p:pic>
      <p:pic>
        <p:nvPicPr>
          <p:cNvPr id="61" name="그림 60" descr="그래픽, 상징, 원, 예술이(가) 표시된 사진&#10;&#10;자동 생성된 설명">
            <a:extLst>
              <a:ext uri="{FF2B5EF4-FFF2-40B4-BE49-F238E27FC236}">
                <a16:creationId xmlns:a16="http://schemas.microsoft.com/office/drawing/2014/main" id="{DA753430-F993-40D3-A833-9542AA70CC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975" y="1131542"/>
            <a:ext cx="652051" cy="652051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190EC59B-7886-4D3D-89D7-B5589504D6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341" y="2105460"/>
            <a:ext cx="701317" cy="336875"/>
          </a:xfrm>
          <a:prstGeom prst="rect">
            <a:avLst/>
          </a:prstGeom>
        </p:spPr>
      </p:pic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8D8CCBC-3DF2-466C-9B16-FFC9AA5DBDD8}"/>
              </a:ext>
            </a:extLst>
          </p:cNvPr>
          <p:cNvCxnSpPr>
            <a:cxnSpLocks/>
            <a:stCxn id="62" idx="0"/>
            <a:endCxn id="61" idx="2"/>
          </p:cNvCxnSpPr>
          <p:nvPr/>
        </p:nvCxnSpPr>
        <p:spPr>
          <a:xfrm flipV="1">
            <a:off x="6096000" y="1783593"/>
            <a:ext cx="1" cy="3218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93DDC37-2926-4090-BBCB-881D675D1FDC}"/>
              </a:ext>
            </a:extLst>
          </p:cNvPr>
          <p:cNvCxnSpPr>
            <a:cxnSpLocks/>
            <a:stCxn id="62" idx="2"/>
            <a:endCxn id="58" idx="0"/>
          </p:cNvCxnSpPr>
          <p:nvPr/>
        </p:nvCxnSpPr>
        <p:spPr>
          <a:xfrm flipH="1">
            <a:off x="4587593" y="2442335"/>
            <a:ext cx="1508407" cy="641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9FD379A-FB58-4F9A-878D-8CCC0074F688}"/>
              </a:ext>
            </a:extLst>
          </p:cNvPr>
          <p:cNvCxnSpPr>
            <a:cxnSpLocks/>
            <a:stCxn id="62" idx="2"/>
            <a:endCxn id="60" idx="0"/>
          </p:cNvCxnSpPr>
          <p:nvPr/>
        </p:nvCxnSpPr>
        <p:spPr>
          <a:xfrm>
            <a:off x="6096000" y="2442335"/>
            <a:ext cx="1629531" cy="641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A5DF7EE-03B6-4D3B-8AF1-5D3D239F785C}"/>
              </a:ext>
            </a:extLst>
          </p:cNvPr>
          <p:cNvCxnSpPr>
            <a:cxnSpLocks/>
            <a:stCxn id="58" idx="2"/>
            <a:endCxn id="57" idx="0"/>
          </p:cNvCxnSpPr>
          <p:nvPr/>
        </p:nvCxnSpPr>
        <p:spPr>
          <a:xfrm flipH="1">
            <a:off x="4587592" y="3422182"/>
            <a:ext cx="1" cy="6639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432327C-CFD3-4807-A695-C03403D3D1E2}"/>
              </a:ext>
            </a:extLst>
          </p:cNvPr>
          <p:cNvCxnSpPr>
            <a:cxnSpLocks/>
            <a:stCxn id="60" idx="2"/>
            <a:endCxn id="59" idx="0"/>
          </p:cNvCxnSpPr>
          <p:nvPr/>
        </p:nvCxnSpPr>
        <p:spPr>
          <a:xfrm flipH="1">
            <a:off x="7725530" y="3422182"/>
            <a:ext cx="1" cy="6639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52F8170-6811-4DE9-B35F-508C3AD96C97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5769975" y="3253086"/>
            <a:ext cx="7731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0AC7C02-0300-4FEF-B732-5F74124C060B}"/>
              </a:ext>
            </a:extLst>
          </p:cNvPr>
          <p:cNvCxnSpPr>
            <a:cxnSpLocks/>
            <a:stCxn id="59" idx="1"/>
            <a:endCxn id="57" idx="3"/>
          </p:cNvCxnSpPr>
          <p:nvPr/>
        </p:nvCxnSpPr>
        <p:spPr>
          <a:xfrm flipH="1">
            <a:off x="5648856" y="4280012"/>
            <a:ext cx="10154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그림 69">
            <a:extLst>
              <a:ext uri="{FF2B5EF4-FFF2-40B4-BE49-F238E27FC236}">
                <a16:creationId xmlns:a16="http://schemas.microsoft.com/office/drawing/2014/main" id="{4EA12ADF-E329-4B8C-81CC-80B86FA776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8255" y="5472511"/>
            <a:ext cx="598671" cy="49611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2B0FAAAB-BC33-480D-97E8-286309F72B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6194" y="5480441"/>
            <a:ext cx="598671" cy="496110"/>
          </a:xfrm>
          <a:prstGeom prst="rect">
            <a:avLst/>
          </a:prstGeom>
        </p:spPr>
      </p:pic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F42EF3A-D786-46D1-9A9A-F8EF9BD91F18}"/>
              </a:ext>
            </a:extLst>
          </p:cNvPr>
          <p:cNvCxnSpPr>
            <a:cxnSpLocks/>
            <a:stCxn id="70" idx="0"/>
            <a:endCxn id="57" idx="2"/>
          </p:cNvCxnSpPr>
          <p:nvPr/>
        </p:nvCxnSpPr>
        <p:spPr>
          <a:xfrm flipV="1">
            <a:off x="4587591" y="4473938"/>
            <a:ext cx="1" cy="9985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2010919-4A7E-4AAE-9AA5-55AD14580B48}"/>
              </a:ext>
            </a:extLst>
          </p:cNvPr>
          <p:cNvCxnSpPr>
            <a:cxnSpLocks/>
            <a:stCxn id="71" idx="0"/>
            <a:endCxn id="59" idx="2"/>
          </p:cNvCxnSpPr>
          <p:nvPr/>
        </p:nvCxnSpPr>
        <p:spPr>
          <a:xfrm flipV="1">
            <a:off x="7725530" y="4473938"/>
            <a:ext cx="0" cy="10065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10517B1-0EEA-4CB8-934F-EDE6E14B3984}"/>
              </a:ext>
            </a:extLst>
          </p:cNvPr>
          <p:cNvSpPr txBox="1"/>
          <p:nvPr/>
        </p:nvSpPr>
        <p:spPr>
          <a:xfrm>
            <a:off x="3420405" y="2847796"/>
            <a:ext cx="13773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220.76.223.98/28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6CC084-66A6-4CB2-B8CC-574C3A489889}"/>
              </a:ext>
            </a:extLst>
          </p:cNvPr>
          <p:cNvSpPr txBox="1"/>
          <p:nvPr/>
        </p:nvSpPr>
        <p:spPr>
          <a:xfrm>
            <a:off x="7725529" y="2813231"/>
            <a:ext cx="13773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220.76.223.99/28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20CA2D-A2EF-45C4-ADB2-5768344D6AF5}"/>
              </a:ext>
            </a:extLst>
          </p:cNvPr>
          <p:cNvSpPr txBox="1"/>
          <p:nvPr/>
        </p:nvSpPr>
        <p:spPr>
          <a:xfrm>
            <a:off x="5219574" y="2812590"/>
            <a:ext cx="1752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VIP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220.76.223.97/28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813BFF-4CA5-4858-B538-24EAF6450DA1}"/>
              </a:ext>
            </a:extLst>
          </p:cNvPr>
          <p:cNvSpPr txBox="1"/>
          <p:nvPr/>
        </p:nvSpPr>
        <p:spPr>
          <a:xfrm>
            <a:off x="5374359" y="3454244"/>
            <a:ext cx="1443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VIP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192.168.11.1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07CAE61-4452-4B8A-BBDD-834ED60A7557}"/>
              </a:ext>
            </a:extLst>
          </p:cNvPr>
          <p:cNvSpPr txBox="1"/>
          <p:nvPr/>
        </p:nvSpPr>
        <p:spPr>
          <a:xfrm>
            <a:off x="7724443" y="3415941"/>
            <a:ext cx="1280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192.168.11.3/24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00A740-4143-4DC7-9B65-AEDB19165141}"/>
              </a:ext>
            </a:extLst>
          </p:cNvPr>
          <p:cNvSpPr txBox="1"/>
          <p:nvPr/>
        </p:nvSpPr>
        <p:spPr>
          <a:xfrm>
            <a:off x="7672676" y="4472991"/>
            <a:ext cx="1280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192.168.11.5/24</a:t>
            </a: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3CE07AF-2E1D-4A5E-B3BD-1735BAAAA934}"/>
              </a:ext>
            </a:extLst>
          </p:cNvPr>
          <p:cNvCxnSpPr/>
          <p:nvPr/>
        </p:nvCxnSpPr>
        <p:spPr>
          <a:xfrm>
            <a:off x="486032" y="881449"/>
            <a:ext cx="111705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162D3FB-9CFF-4637-A75D-E4B6758EEBE2}"/>
              </a:ext>
            </a:extLst>
          </p:cNvPr>
          <p:cNvSpPr txBox="1"/>
          <p:nvPr/>
        </p:nvSpPr>
        <p:spPr>
          <a:xfrm>
            <a:off x="4733895" y="4472991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192.168.11.4/24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DC2FB9-46C6-4C5D-B294-AC80AC20273B}"/>
              </a:ext>
            </a:extLst>
          </p:cNvPr>
          <p:cNvSpPr txBox="1"/>
          <p:nvPr/>
        </p:nvSpPr>
        <p:spPr>
          <a:xfrm>
            <a:off x="2922335" y="3415941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192.168.11.2/24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42626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6F0DB48-215A-455E-95BE-D02D02668DCA}"/>
              </a:ext>
            </a:extLst>
          </p:cNvPr>
          <p:cNvCxnSpPr>
            <a:cxnSpLocks/>
          </p:cNvCxnSpPr>
          <p:nvPr/>
        </p:nvCxnSpPr>
        <p:spPr>
          <a:xfrm>
            <a:off x="5444136" y="4606530"/>
            <a:ext cx="0" cy="856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9960AC5-C9F2-4CF4-A81E-98E04C770906}"/>
              </a:ext>
            </a:extLst>
          </p:cNvPr>
          <p:cNvCxnSpPr>
            <a:cxnSpLocks/>
          </p:cNvCxnSpPr>
          <p:nvPr/>
        </p:nvCxnSpPr>
        <p:spPr>
          <a:xfrm>
            <a:off x="7414745" y="4606530"/>
            <a:ext cx="0" cy="856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1777505-D385-40F7-B6C5-C165E645BAE1}"/>
              </a:ext>
            </a:extLst>
          </p:cNvPr>
          <p:cNvCxnSpPr>
            <a:stCxn id="6" idx="0"/>
            <a:endCxn id="10" idx="2"/>
          </p:cNvCxnSpPr>
          <p:nvPr/>
        </p:nvCxnSpPr>
        <p:spPr>
          <a:xfrm flipV="1">
            <a:off x="5344919" y="2424388"/>
            <a:ext cx="1173551" cy="10366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D:\001_ahnlab_work\03_Icon\01_psd\03_network\002_appliance_1_c.png">
            <a:extLst>
              <a:ext uri="{FF2B5EF4-FFF2-40B4-BE49-F238E27FC236}">
                <a16:creationId xmlns:a16="http://schemas.microsoft.com/office/drawing/2014/main" id="{009A5BDE-8069-4E4D-B0BA-C9434BD45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360" y="3461008"/>
            <a:ext cx="761118" cy="16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888E607-F7F0-497A-9224-42F7486CE964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>
            <a:off x="5344919" y="3630514"/>
            <a:ext cx="0" cy="684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AF8F90-75F5-47F1-88D1-F073817B69EA}"/>
              </a:ext>
            </a:extLst>
          </p:cNvPr>
          <p:cNvSpPr txBox="1"/>
          <p:nvPr/>
        </p:nvSpPr>
        <p:spPr>
          <a:xfrm>
            <a:off x="3547796" y="3648881"/>
            <a:ext cx="12179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/>
              <a:t>음악저작권협회 본사</a:t>
            </a:r>
            <a:r>
              <a:rPr lang="en-US" altLang="ko-KR" sz="700" dirty="0"/>
              <a:t>(Master)</a:t>
            </a:r>
          </a:p>
          <a:p>
            <a:pPr algn="ctr"/>
            <a:r>
              <a:rPr lang="en-US" altLang="ko-KR" sz="700" dirty="0"/>
              <a:t>TG-400B</a:t>
            </a:r>
            <a:endParaRPr lang="ko-KR" altLang="en-US" sz="7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F9C2510-CAE4-4BE1-8F54-02BF11A78DA3}"/>
              </a:ext>
            </a:extLst>
          </p:cNvPr>
          <p:cNvGrpSpPr/>
          <p:nvPr/>
        </p:nvGrpSpPr>
        <p:grpSpPr>
          <a:xfrm>
            <a:off x="5763431" y="1570447"/>
            <a:ext cx="1510077" cy="853941"/>
            <a:chOff x="3357092" y="2937554"/>
            <a:chExt cx="1510077" cy="85394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D042948-23FD-48C3-8B87-8083567FC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7092" y="2937554"/>
              <a:ext cx="1510077" cy="853941"/>
            </a:xfrm>
            <a:prstGeom prst="rect">
              <a:avLst/>
            </a:prstGeom>
            <a:effectLst>
              <a:outerShdw blurRad="38100" dist="25400" dir="5400000" algn="ctr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5E9FFC-DC35-47CA-BAD8-B3A18606A3B6}"/>
                </a:ext>
              </a:extLst>
            </p:cNvPr>
            <p:cNvSpPr txBox="1"/>
            <p:nvPr/>
          </p:nvSpPr>
          <p:spPr>
            <a:xfrm>
              <a:off x="3451018" y="3333927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Internet</a:t>
              </a:r>
              <a:endParaRPr lang="ko-KR" altLang="en-US" dirty="0"/>
            </a:p>
          </p:txBody>
        </p:sp>
      </p:grpSp>
      <p:pic>
        <p:nvPicPr>
          <p:cNvPr id="12" name="Picture 3" descr="D:\001_ahnlab_work\03_Icon\01_psd\03_network\002_appliance_1_c.png">
            <a:extLst>
              <a:ext uri="{FF2B5EF4-FFF2-40B4-BE49-F238E27FC236}">
                <a16:creationId xmlns:a16="http://schemas.microsoft.com/office/drawing/2014/main" id="{526F08B6-ACB6-4C5E-B970-E419B4D45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4" y="3461008"/>
            <a:ext cx="761118" cy="16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E63417-1B30-4D4B-B1AA-CCF6368ACBAA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574964" y="4528472"/>
            <a:ext cx="17526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AA14C3-85CF-41B5-9077-AAA1E041CC0C}"/>
              </a:ext>
            </a:extLst>
          </p:cNvPr>
          <p:cNvSpPr txBox="1"/>
          <p:nvPr/>
        </p:nvSpPr>
        <p:spPr>
          <a:xfrm>
            <a:off x="7967678" y="3503408"/>
            <a:ext cx="12433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/>
              <a:t>음악저작권협회 본사</a:t>
            </a:r>
            <a:r>
              <a:rPr lang="en-US" altLang="ko-KR" sz="700" dirty="0"/>
              <a:t>(Slave)</a:t>
            </a:r>
          </a:p>
          <a:p>
            <a:pPr algn="ctr"/>
            <a:r>
              <a:rPr lang="en-US" altLang="ko-KR" sz="700" dirty="0"/>
              <a:t>TG-400B</a:t>
            </a:r>
            <a:endParaRPr lang="ko-KR" altLang="en-US" sz="7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32E8998-4738-4AB5-8AD6-FE007D508FA1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7557643" y="3630514"/>
            <a:ext cx="0" cy="684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6C8BA3D-09D6-4F1A-AB4D-1B4A5D3E6334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6518470" y="2424388"/>
            <a:ext cx="1039173" cy="10366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7" descr="D:\001_ahnlab_work\01_제안서\120102_사내공용PPT템플릿\최종본\icon\2012_01_icon_049.png">
            <a:extLst>
              <a:ext uri="{FF2B5EF4-FFF2-40B4-BE49-F238E27FC236}">
                <a16:creationId xmlns:a16="http://schemas.microsoft.com/office/drawing/2014/main" id="{3EC3776D-E256-4FA0-B3DA-78A78E941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4874" y="4314949"/>
            <a:ext cx="460090" cy="427046"/>
          </a:xfrm>
          <a:prstGeom prst="rect">
            <a:avLst/>
          </a:prstGeom>
          <a:noFill/>
        </p:spPr>
      </p:pic>
      <p:pic>
        <p:nvPicPr>
          <p:cNvPr id="18" name="Picture 7" descr="D:\001_ahnlab_work\01_제안서\120102_사내공용PPT템플릿\최종본\icon\2012_01_icon_049.png">
            <a:extLst>
              <a:ext uri="{FF2B5EF4-FFF2-40B4-BE49-F238E27FC236}">
                <a16:creationId xmlns:a16="http://schemas.microsoft.com/office/drawing/2014/main" id="{161492FB-D6C8-4B88-9094-AD262CD2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27598" y="4314949"/>
            <a:ext cx="460090" cy="427046"/>
          </a:xfrm>
          <a:prstGeom prst="rect">
            <a:avLst/>
          </a:prstGeom>
          <a:noFill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49650D-D59D-4551-AEE0-C5D10179996D}"/>
              </a:ext>
            </a:extLst>
          </p:cNvPr>
          <p:cNvSpPr txBox="1"/>
          <p:nvPr/>
        </p:nvSpPr>
        <p:spPr>
          <a:xfrm>
            <a:off x="4868540" y="3114932"/>
            <a:ext cx="111837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eth1:218.154.54.194/28</a:t>
            </a:r>
          </a:p>
          <a:p>
            <a:r>
              <a:rPr lang="en-US" altLang="ko-KR" sz="800" dirty="0"/>
              <a:t>eth3:218.154.54.210/28</a:t>
            </a:r>
            <a:endParaRPr lang="ko-KR" altLang="ko-KR" sz="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DFD645-80C0-49AC-A193-58310BCFAC3A}"/>
              </a:ext>
            </a:extLst>
          </p:cNvPr>
          <p:cNvSpPr txBox="1"/>
          <p:nvPr/>
        </p:nvSpPr>
        <p:spPr>
          <a:xfrm>
            <a:off x="7148863" y="3108372"/>
            <a:ext cx="110127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eth1:218.154.54.195/28</a:t>
            </a:r>
          </a:p>
          <a:p>
            <a:r>
              <a:rPr lang="en-US" altLang="ko-KR" sz="800" dirty="0"/>
              <a:t>eth3:218.154.54.211/28</a:t>
            </a:r>
            <a:endParaRPr lang="ko-KR" altLang="ko-KR" sz="80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AAE371F-FD0B-4C22-98A3-AD707D62831F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5725478" y="3545761"/>
            <a:ext cx="14516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DA0AA2-2C9C-4797-A00C-95F059433B3A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5344919" y="3630514"/>
            <a:ext cx="2212724" cy="684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78C795B-1A1E-48FE-B283-8523BB8523A8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V="1">
            <a:off x="5344919" y="3630514"/>
            <a:ext cx="2212724" cy="684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7DB15C3-4DB9-481F-9AD8-4AE14A673515}"/>
              </a:ext>
            </a:extLst>
          </p:cNvPr>
          <p:cNvCxnSpPr>
            <a:cxnSpLocks/>
            <a:stCxn id="6" idx="2"/>
            <a:endCxn id="25" idx="0"/>
          </p:cNvCxnSpPr>
          <p:nvPr/>
        </p:nvCxnSpPr>
        <p:spPr>
          <a:xfrm flipH="1">
            <a:off x="3671257" y="3630514"/>
            <a:ext cx="1673662" cy="745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3" descr="D:\001_ahnlab_work\03_Icon\01_psd\03_network\002_appliance_1_c.png">
            <a:extLst>
              <a:ext uri="{FF2B5EF4-FFF2-40B4-BE49-F238E27FC236}">
                <a16:creationId xmlns:a16="http://schemas.microsoft.com/office/drawing/2014/main" id="{FA71F057-725B-4E57-913F-9ED751240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035" y="4375707"/>
            <a:ext cx="1036444" cy="23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D35DFCF-B969-4810-8E6E-2F8A552AEBC0}"/>
              </a:ext>
            </a:extLst>
          </p:cNvPr>
          <p:cNvSpPr txBox="1"/>
          <p:nvPr/>
        </p:nvSpPr>
        <p:spPr>
          <a:xfrm>
            <a:off x="2340696" y="4383396"/>
            <a:ext cx="7331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/>
              <a:t>SSL</a:t>
            </a:r>
            <a:r>
              <a:rPr lang="ko-KR" altLang="en-US" sz="700" dirty="0"/>
              <a:t> </a:t>
            </a:r>
            <a:r>
              <a:rPr lang="en-US" altLang="ko-KR" sz="700" dirty="0"/>
              <a:t>Server</a:t>
            </a:r>
          </a:p>
          <a:p>
            <a:pPr algn="ctr"/>
            <a:r>
              <a:rPr lang="en-US" altLang="ko-KR" sz="700" dirty="0"/>
              <a:t>TG-100B</a:t>
            </a:r>
            <a:endParaRPr lang="ko-KR" altLang="en-US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143BAC-6FDB-41D7-9255-28869266462A}"/>
              </a:ext>
            </a:extLst>
          </p:cNvPr>
          <p:cNvSpPr txBox="1"/>
          <p:nvPr/>
        </p:nvSpPr>
        <p:spPr>
          <a:xfrm>
            <a:off x="3290699" y="4160260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eth4:192.168.20.1/24</a:t>
            </a:r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FB5E8709-6E01-4389-A306-9B5FCF0A956F}"/>
              </a:ext>
            </a:extLst>
          </p:cNvPr>
          <p:cNvSpPr txBox="1">
            <a:spLocks/>
          </p:cNvSpPr>
          <p:nvPr/>
        </p:nvSpPr>
        <p:spPr>
          <a:xfrm>
            <a:off x="567388" y="266506"/>
            <a:ext cx="3416535" cy="5088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시스템 구성도</a:t>
            </a:r>
            <a:r>
              <a:rPr lang="en-US" altLang="ko-KR" dirty="0"/>
              <a:t>(</a:t>
            </a:r>
            <a:r>
              <a:rPr lang="ko-KR" altLang="en-US" dirty="0"/>
              <a:t>협회내부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4515D6-0A95-42EB-A50F-FA49772F3F45}"/>
              </a:ext>
            </a:extLst>
          </p:cNvPr>
          <p:cNvSpPr txBox="1"/>
          <p:nvPr/>
        </p:nvSpPr>
        <p:spPr>
          <a:xfrm>
            <a:off x="4193422" y="44286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AS-IS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92C183F-44DE-4DA3-A362-B102F91FE794}"/>
              </a:ext>
            </a:extLst>
          </p:cNvPr>
          <p:cNvCxnSpPr/>
          <p:nvPr/>
        </p:nvCxnSpPr>
        <p:spPr>
          <a:xfrm>
            <a:off x="486032" y="881449"/>
            <a:ext cx="111705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A58FAAC-3806-4044-AE57-4A80DBFD69D9}"/>
              </a:ext>
            </a:extLst>
          </p:cNvPr>
          <p:cNvCxnSpPr>
            <a:cxnSpLocks/>
            <a:stCxn id="38" idx="1"/>
            <a:endCxn id="10" idx="2"/>
          </p:cNvCxnSpPr>
          <p:nvPr/>
        </p:nvCxnSpPr>
        <p:spPr>
          <a:xfrm flipH="1" flipV="1">
            <a:off x="6518470" y="2424388"/>
            <a:ext cx="3114233" cy="1090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0A5626-59F7-426F-94B4-94A06F392E23}"/>
              </a:ext>
            </a:extLst>
          </p:cNvPr>
          <p:cNvSpPr txBox="1"/>
          <p:nvPr/>
        </p:nvSpPr>
        <p:spPr>
          <a:xfrm>
            <a:off x="5168146" y="4741995"/>
            <a:ext cx="406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L3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882893-443E-46D0-8C79-3AB1204AE99F}"/>
              </a:ext>
            </a:extLst>
          </p:cNvPr>
          <p:cNvSpPr txBox="1"/>
          <p:nvPr/>
        </p:nvSpPr>
        <p:spPr>
          <a:xfrm>
            <a:off x="7380870" y="4741995"/>
            <a:ext cx="406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L3</a:t>
            </a:r>
            <a:endParaRPr lang="ko-KR" altLang="en-US" sz="1000" dirty="0"/>
          </a:p>
        </p:txBody>
      </p:sp>
      <p:pic>
        <p:nvPicPr>
          <p:cNvPr id="38" name="Picture 3" descr="D:\001_ahnlab_work\03_Icon\01_psd\03_network\002_appliance_1_c.png">
            <a:extLst>
              <a:ext uri="{FF2B5EF4-FFF2-40B4-BE49-F238E27FC236}">
                <a16:creationId xmlns:a16="http://schemas.microsoft.com/office/drawing/2014/main" id="{4E4E0342-B117-4D36-8537-8B802C029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703" y="3399691"/>
            <a:ext cx="1036444" cy="23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5429496-FA6C-49BD-AFD7-9B163F1EE867}"/>
              </a:ext>
            </a:extLst>
          </p:cNvPr>
          <p:cNvSpPr txBox="1"/>
          <p:nvPr/>
        </p:nvSpPr>
        <p:spPr>
          <a:xfrm>
            <a:off x="10256976" y="3610361"/>
            <a:ext cx="7331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/>
              <a:t>전화기서버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A21E0B3-4CE3-4021-BEDA-BC691C18B7F9}"/>
              </a:ext>
            </a:extLst>
          </p:cNvPr>
          <p:cNvCxnSpPr>
            <a:cxnSpLocks/>
          </p:cNvCxnSpPr>
          <p:nvPr/>
        </p:nvCxnSpPr>
        <p:spPr>
          <a:xfrm flipV="1">
            <a:off x="7557643" y="3576419"/>
            <a:ext cx="2729418" cy="190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구름 41">
            <a:extLst>
              <a:ext uri="{FF2B5EF4-FFF2-40B4-BE49-F238E27FC236}">
                <a16:creationId xmlns:a16="http://schemas.microsoft.com/office/drawing/2014/main" id="{3915CEB9-8698-48EA-B27E-D9A42DA0849E}"/>
              </a:ext>
            </a:extLst>
          </p:cNvPr>
          <p:cNvSpPr/>
          <p:nvPr/>
        </p:nvSpPr>
        <p:spPr>
          <a:xfrm>
            <a:off x="5200638" y="5298135"/>
            <a:ext cx="2429771" cy="5766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L2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779D04-1358-420B-ACB9-56739F122728}"/>
              </a:ext>
            </a:extLst>
          </p:cNvPr>
          <p:cNvSpPr txBox="1"/>
          <p:nvPr/>
        </p:nvSpPr>
        <p:spPr>
          <a:xfrm>
            <a:off x="8907552" y="3239079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218.154.54.201/32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09C9EF-5205-439F-941E-63E445EAA7CE}"/>
              </a:ext>
            </a:extLst>
          </p:cNvPr>
          <p:cNvSpPr txBox="1"/>
          <p:nvPr/>
        </p:nvSpPr>
        <p:spPr>
          <a:xfrm>
            <a:off x="6042091" y="2977562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VIP=218.154.54.193</a:t>
            </a:r>
            <a:endParaRPr lang="ko-KR" altLang="ko-KR" sz="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6F5FCE-1B71-44D0-9A9F-38BDCAA8B6F4}"/>
              </a:ext>
            </a:extLst>
          </p:cNvPr>
          <p:cNvSpPr txBox="1"/>
          <p:nvPr/>
        </p:nvSpPr>
        <p:spPr>
          <a:xfrm>
            <a:off x="5955522" y="4188847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VIP=192.168.1.1</a:t>
            </a:r>
            <a:endParaRPr lang="ko-KR" altLang="ko-KR" sz="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D1AE21-261A-439F-9E53-455C6F0622D8}"/>
              </a:ext>
            </a:extLst>
          </p:cNvPr>
          <p:cNvSpPr txBox="1"/>
          <p:nvPr/>
        </p:nvSpPr>
        <p:spPr>
          <a:xfrm>
            <a:off x="4581409" y="4779364"/>
            <a:ext cx="7659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IP=192.168.1.2</a:t>
            </a:r>
            <a:endParaRPr lang="ko-KR" altLang="ko-KR" sz="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EC8C8F-E406-4316-B150-0A6A9F3AC170}"/>
              </a:ext>
            </a:extLst>
          </p:cNvPr>
          <p:cNvSpPr txBox="1"/>
          <p:nvPr/>
        </p:nvSpPr>
        <p:spPr>
          <a:xfrm>
            <a:off x="6614268" y="4811768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IP=192.168.1.3</a:t>
            </a:r>
            <a:endParaRPr lang="ko-KR" altLang="ko-KR" sz="8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1A20DB-3370-4851-A5EC-41E7BE09C940}"/>
              </a:ext>
            </a:extLst>
          </p:cNvPr>
          <p:cNvSpPr txBox="1"/>
          <p:nvPr/>
        </p:nvSpPr>
        <p:spPr>
          <a:xfrm>
            <a:off x="4950727" y="3680114"/>
            <a:ext cx="7659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IP=192.168.10.1</a:t>
            </a:r>
            <a:endParaRPr lang="ko-KR" altLang="ko-KR" sz="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4913BF-CB55-4922-9769-F389DA1ADF70}"/>
              </a:ext>
            </a:extLst>
          </p:cNvPr>
          <p:cNvSpPr txBox="1"/>
          <p:nvPr/>
        </p:nvSpPr>
        <p:spPr>
          <a:xfrm>
            <a:off x="5961080" y="3706320"/>
            <a:ext cx="83304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VIP=192.168.10.2</a:t>
            </a:r>
            <a:endParaRPr lang="ko-KR" altLang="ko-KR" sz="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E2C069-9FBD-455C-A530-C077D41B61BA}"/>
              </a:ext>
            </a:extLst>
          </p:cNvPr>
          <p:cNvSpPr txBox="1"/>
          <p:nvPr/>
        </p:nvSpPr>
        <p:spPr>
          <a:xfrm>
            <a:off x="7142043" y="3680114"/>
            <a:ext cx="7659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IP=192.168.10.3</a:t>
            </a:r>
            <a:endParaRPr lang="ko-KR" altLang="ko-KR" sz="800" dirty="0"/>
          </a:p>
        </p:txBody>
      </p:sp>
      <p:pic>
        <p:nvPicPr>
          <p:cNvPr id="52" name="Picture 3" descr="D:\001_ahnlab_work\03_Icon\01_psd\03_network\002_appliance_1_c.png">
            <a:extLst>
              <a:ext uri="{FF2B5EF4-FFF2-40B4-BE49-F238E27FC236}">
                <a16:creationId xmlns:a16="http://schemas.microsoft.com/office/drawing/2014/main" id="{CC283308-86B0-42F0-BF32-D04D6B63D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41" y="3453886"/>
            <a:ext cx="1036444" cy="23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DDBB546-0C15-49A3-95FD-8508D7BE9C52}"/>
              </a:ext>
            </a:extLst>
          </p:cNvPr>
          <p:cNvSpPr txBox="1"/>
          <p:nvPr/>
        </p:nvSpPr>
        <p:spPr>
          <a:xfrm>
            <a:off x="155449" y="3749654"/>
            <a:ext cx="7331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/>
              <a:t>펌뱅킹서버</a:t>
            </a:r>
            <a:endParaRPr lang="ko-KR" altLang="en-US" sz="7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70D910-007B-4499-89F9-4BC8B5466D83}"/>
              </a:ext>
            </a:extLst>
          </p:cNvPr>
          <p:cNvSpPr txBox="1"/>
          <p:nvPr/>
        </p:nvSpPr>
        <p:spPr>
          <a:xfrm>
            <a:off x="1521582" y="3053376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/>
              <a:t>218.154.54.202/32</a:t>
            </a:r>
            <a:endParaRPr lang="en-US" altLang="ko-KR" sz="8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1C84C1D-7AEB-48A3-97C5-6B6191BA6F7A}"/>
              </a:ext>
            </a:extLst>
          </p:cNvPr>
          <p:cNvCxnSpPr>
            <a:cxnSpLocks/>
            <a:stCxn id="10" idx="2"/>
            <a:endCxn id="63" idx="3"/>
          </p:cNvCxnSpPr>
          <p:nvPr/>
        </p:nvCxnSpPr>
        <p:spPr>
          <a:xfrm flipH="1">
            <a:off x="1397263" y="2424388"/>
            <a:ext cx="5121207" cy="720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3AA04EB-307C-4424-9582-4A19F44750C2}"/>
              </a:ext>
            </a:extLst>
          </p:cNvPr>
          <p:cNvCxnSpPr>
            <a:stCxn id="52" idx="3"/>
            <a:endCxn id="6" idx="1"/>
          </p:cNvCxnSpPr>
          <p:nvPr/>
        </p:nvCxnSpPr>
        <p:spPr>
          <a:xfrm flipV="1">
            <a:off x="1402485" y="3545761"/>
            <a:ext cx="3561875" cy="2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E5F119C-D599-4D4D-BE8F-061DF0F57B7E}"/>
              </a:ext>
            </a:extLst>
          </p:cNvPr>
          <p:cNvSpPr txBox="1"/>
          <p:nvPr/>
        </p:nvSpPr>
        <p:spPr>
          <a:xfrm>
            <a:off x="3551159" y="3339236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Eth2 192.168.30.1/24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A81885-290D-4AD3-9EFE-5FCE674E1C46}"/>
              </a:ext>
            </a:extLst>
          </p:cNvPr>
          <p:cNvSpPr txBox="1"/>
          <p:nvPr/>
        </p:nvSpPr>
        <p:spPr>
          <a:xfrm>
            <a:off x="295993" y="3921794"/>
            <a:ext cx="11012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:192.168.30.2</a:t>
            </a:r>
          </a:p>
        </p:txBody>
      </p:sp>
      <p:pic>
        <p:nvPicPr>
          <p:cNvPr id="63" name="Picture 3" descr="D:\001_ahnlab_work\03_Icon\01_psd\03_network\002_appliance_1_c.png">
            <a:extLst>
              <a:ext uri="{FF2B5EF4-FFF2-40B4-BE49-F238E27FC236}">
                <a16:creationId xmlns:a16="http://schemas.microsoft.com/office/drawing/2014/main" id="{F5613B84-57BC-468E-97AD-DD9C2F62A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19" y="3029315"/>
            <a:ext cx="1036444" cy="23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07FEE54-0147-450F-837F-23FFBCE44CF0}"/>
              </a:ext>
            </a:extLst>
          </p:cNvPr>
          <p:cNvSpPr txBox="1"/>
          <p:nvPr/>
        </p:nvSpPr>
        <p:spPr>
          <a:xfrm>
            <a:off x="107233" y="2781706"/>
            <a:ext cx="7331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/>
              <a:t>VPN</a:t>
            </a:r>
            <a:r>
              <a:rPr lang="ko-KR" altLang="en-US" sz="700" dirty="0"/>
              <a:t>장비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F4B46F4-D1C6-4B13-AD74-ECDF8A22F5D6}"/>
              </a:ext>
            </a:extLst>
          </p:cNvPr>
          <p:cNvCxnSpPr>
            <a:stCxn id="63" idx="2"/>
            <a:endCxn id="52" idx="0"/>
          </p:cNvCxnSpPr>
          <p:nvPr/>
        </p:nvCxnSpPr>
        <p:spPr>
          <a:xfrm>
            <a:off x="879041" y="3260138"/>
            <a:ext cx="5222" cy="193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78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>
            <a:extLst>
              <a:ext uri="{FF2B5EF4-FFF2-40B4-BE49-F238E27FC236}">
                <a16:creationId xmlns:a16="http://schemas.microsoft.com/office/drawing/2014/main" id="{77230DA0-5595-47DE-BC1D-316C7613EA31}"/>
              </a:ext>
            </a:extLst>
          </p:cNvPr>
          <p:cNvSpPr/>
          <p:nvPr/>
        </p:nvSpPr>
        <p:spPr>
          <a:xfrm>
            <a:off x="5149726" y="4376578"/>
            <a:ext cx="2638320" cy="1523787"/>
          </a:xfrm>
          <a:prstGeom prst="rect">
            <a:avLst/>
          </a:prstGeom>
          <a:solidFill>
            <a:srgbClr val="E6F2F8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500" kern="0" dirty="0">
              <a:solidFill>
                <a:srgbClr val="1D89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3">
            <a:extLst>
              <a:ext uri="{FF2B5EF4-FFF2-40B4-BE49-F238E27FC236}">
                <a16:creationId xmlns:a16="http://schemas.microsoft.com/office/drawing/2014/main" id="{A69152F8-951C-494C-99FA-CAD882D44A5E}"/>
              </a:ext>
            </a:extLst>
          </p:cNvPr>
          <p:cNvSpPr txBox="1">
            <a:spLocks/>
          </p:cNvSpPr>
          <p:nvPr/>
        </p:nvSpPr>
        <p:spPr>
          <a:xfrm>
            <a:off x="412314" y="282804"/>
            <a:ext cx="2856722" cy="50904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/>
              <a:t>시스템 구성도</a:t>
            </a:r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BB66F2C5-985A-47D4-81DB-618EAFDD08C5}"/>
              </a:ext>
            </a:extLst>
          </p:cNvPr>
          <p:cNvSpPr/>
          <p:nvPr/>
        </p:nvSpPr>
        <p:spPr>
          <a:xfrm>
            <a:off x="1989055" y="1021404"/>
            <a:ext cx="9878690" cy="5275701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00" b="1" dirty="0">
                <a:ln w="0"/>
                <a:solidFill>
                  <a:schemeClr val="accent5"/>
                </a:solidFill>
              </a:rPr>
              <a:t>VPC (192.168.240.0/20)</a:t>
            </a:r>
          </a:p>
        </p:txBody>
      </p:sp>
      <p:pic>
        <p:nvPicPr>
          <p:cNvPr id="11" name="Graphic 66">
            <a:extLst>
              <a:ext uri="{FF2B5EF4-FFF2-40B4-BE49-F238E27FC236}">
                <a16:creationId xmlns:a16="http://schemas.microsoft.com/office/drawing/2014/main" id="{0713FFF3-7E6A-4430-9875-FEEC92928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9055" y="1021404"/>
            <a:ext cx="203337" cy="203337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895D3CB-190C-47D8-96CE-A5E615CEAE18}"/>
              </a:ext>
            </a:extLst>
          </p:cNvPr>
          <p:cNvGrpSpPr/>
          <p:nvPr/>
        </p:nvGrpSpPr>
        <p:grpSpPr>
          <a:xfrm>
            <a:off x="412314" y="999748"/>
            <a:ext cx="947512" cy="674597"/>
            <a:chOff x="9431607" y="2604990"/>
            <a:chExt cx="947512" cy="674597"/>
          </a:xfrm>
        </p:grpSpPr>
        <p:sp>
          <p:nvSpPr>
            <p:cNvPr id="13" name="Rectangle 100">
              <a:extLst>
                <a:ext uri="{FF2B5EF4-FFF2-40B4-BE49-F238E27FC236}">
                  <a16:creationId xmlns:a16="http://schemas.microsoft.com/office/drawing/2014/main" id="{779330EB-832D-4B69-A66F-F6AF7AD094F9}"/>
                </a:ext>
              </a:extLst>
            </p:cNvPr>
            <p:cNvSpPr/>
            <p:nvPr/>
          </p:nvSpPr>
          <p:spPr>
            <a:xfrm>
              <a:off x="9431607" y="2615529"/>
              <a:ext cx="939142" cy="664058"/>
            </a:xfrm>
            <a:prstGeom prst="rect">
              <a:avLst/>
            </a:prstGeom>
            <a:noFill/>
            <a:ln w="12700" cap="flat" cmpd="sng" algn="ctr">
              <a:solidFill>
                <a:srgbClr val="5A6B86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1100" kern="0" dirty="0">
                <a:solidFill>
                  <a:srgbClr val="5A6B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" name="Graphic 19">
              <a:extLst>
                <a:ext uri="{FF2B5EF4-FFF2-40B4-BE49-F238E27FC236}">
                  <a16:creationId xmlns:a16="http://schemas.microsoft.com/office/drawing/2014/main" id="{A273262E-0060-4FCE-8892-2873BC049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39078" y="2615529"/>
              <a:ext cx="186029" cy="18602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C28834-9EB6-4E4B-89BD-DCB02B92BD67}"/>
                </a:ext>
              </a:extLst>
            </p:cNvPr>
            <p:cNvSpPr txBox="1"/>
            <p:nvPr/>
          </p:nvSpPr>
          <p:spPr>
            <a:xfrm>
              <a:off x="9650891" y="2604990"/>
              <a:ext cx="72822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b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mazon Ember" panose="020B0603020204020204" pitchFamily="34" charset="0"/>
                </a:rPr>
                <a:t>음저협</a:t>
              </a:r>
              <a:r>
                <a:rPr kumimoji="0" lang="ko-KR" altLang="en-US" sz="8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mazon Ember" panose="020B0603020204020204" pitchFamily="34" charset="0"/>
                </a:rPr>
                <a:t> 지부</a:t>
              </a:r>
              <a:endParaRPr kumimoji="0" 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mazon Ember" panose="020B0603020204020204" pitchFamily="34" charset="0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E8EEAF2-86CE-4DAA-8BEC-4CADDCA11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57006" y="2961804"/>
              <a:ext cx="728228" cy="1308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541A2A-337A-4C64-BDEE-AA8B18930643}"/>
                </a:ext>
              </a:extLst>
            </p:cNvPr>
            <p:cNvSpPr txBox="1"/>
            <p:nvPr/>
          </p:nvSpPr>
          <p:spPr>
            <a:xfrm>
              <a:off x="9653456" y="3058016"/>
              <a:ext cx="462019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 err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TrusGuard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39A4E5A-E6A6-4623-ABA1-8709572E7FD7}"/>
              </a:ext>
            </a:extLst>
          </p:cNvPr>
          <p:cNvGrpSpPr/>
          <p:nvPr/>
        </p:nvGrpSpPr>
        <p:grpSpPr>
          <a:xfrm>
            <a:off x="417495" y="1814972"/>
            <a:ext cx="1152535" cy="988594"/>
            <a:chOff x="412314" y="3866210"/>
            <a:chExt cx="1152535" cy="9885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5F1851-4D35-4A47-A049-7C141B602B9E}"/>
                </a:ext>
              </a:extLst>
            </p:cNvPr>
            <p:cNvSpPr txBox="1"/>
            <p:nvPr/>
          </p:nvSpPr>
          <p:spPr>
            <a:xfrm>
              <a:off x="669069" y="3866210"/>
              <a:ext cx="895780" cy="22711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mazon Ember" panose="020B0603020204020204" pitchFamily="34" charset="0"/>
                </a:rPr>
                <a:t>Azure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7718B45-A369-4A63-830B-2AD333C213AF}"/>
                </a:ext>
              </a:extLst>
            </p:cNvPr>
            <p:cNvGrpSpPr/>
            <p:nvPr/>
          </p:nvGrpSpPr>
          <p:grpSpPr>
            <a:xfrm>
              <a:off x="412314" y="3874072"/>
              <a:ext cx="938480" cy="980732"/>
              <a:chOff x="10606212" y="2345801"/>
              <a:chExt cx="686187" cy="968293"/>
            </a:xfrm>
          </p:grpSpPr>
          <p:pic>
            <p:nvPicPr>
              <p:cNvPr id="21" name="Graphic 37">
                <a:extLst>
                  <a:ext uri="{FF2B5EF4-FFF2-40B4-BE49-F238E27FC236}">
                    <a16:creationId xmlns:a16="http://schemas.microsoft.com/office/drawing/2014/main" id="{19C54330-6A31-4FA5-BF06-3EC1119783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709812" y="2606810"/>
                <a:ext cx="307973" cy="386637"/>
              </a:xfrm>
              <a:prstGeom prst="rect">
                <a:avLst/>
              </a:prstGeom>
            </p:spPr>
          </p:pic>
          <p:sp>
            <p:nvSpPr>
              <p:cNvPr id="22" name="Rectangle 100">
                <a:extLst>
                  <a:ext uri="{FF2B5EF4-FFF2-40B4-BE49-F238E27FC236}">
                    <a16:creationId xmlns:a16="http://schemas.microsoft.com/office/drawing/2014/main" id="{B75890C5-A423-4DB8-9611-F20135CDD774}"/>
                  </a:ext>
                </a:extLst>
              </p:cNvPr>
              <p:cNvSpPr/>
              <p:nvPr/>
            </p:nvSpPr>
            <p:spPr>
              <a:xfrm>
                <a:off x="10610352" y="2345801"/>
                <a:ext cx="682047" cy="968293"/>
              </a:xfrm>
              <a:prstGeom prst="rect">
                <a:avLst/>
              </a:prstGeom>
              <a:noFill/>
              <a:ln w="12700" cap="flat" cmpd="sng" algn="ctr">
                <a:solidFill>
                  <a:srgbClr val="5A6B86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sz="1100" kern="0" dirty="0">
                  <a:solidFill>
                    <a:srgbClr val="5A6B8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3" name="Graphic 19">
                <a:extLst>
                  <a:ext uri="{FF2B5EF4-FFF2-40B4-BE49-F238E27FC236}">
                    <a16:creationId xmlns:a16="http://schemas.microsoft.com/office/drawing/2014/main" id="{969BB37A-3AF7-4720-8C5C-E9E203DAEE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06212" y="2355852"/>
                <a:ext cx="186029" cy="18801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86F4C9-7A58-48F8-A9D3-CD54AA7DB150}"/>
                  </a:ext>
                </a:extLst>
              </p:cNvPr>
              <p:cNvSpPr txBox="1"/>
              <p:nvPr/>
            </p:nvSpPr>
            <p:spPr>
              <a:xfrm>
                <a:off x="10780128" y="2960496"/>
                <a:ext cx="337466" cy="2769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sz="6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FTP,</a:t>
                </a:r>
                <a:br>
                  <a:rPr kumimoji="0" lang="en-US" sz="6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</a:br>
                <a:r>
                  <a:rPr kumimoji="0" lang="ko-KR" altLang="en-US" sz="600" dirty="0" err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외국음원</a:t>
                </a:r>
                <a:endPara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E13CAAC-61FC-43F9-B798-C5681B9841C0}"/>
              </a:ext>
            </a:extLst>
          </p:cNvPr>
          <p:cNvGrpSpPr/>
          <p:nvPr/>
        </p:nvGrpSpPr>
        <p:grpSpPr>
          <a:xfrm>
            <a:off x="411371" y="4843636"/>
            <a:ext cx="939142" cy="1482300"/>
            <a:chOff x="9431607" y="3710262"/>
            <a:chExt cx="939142" cy="1482300"/>
          </a:xfrm>
        </p:grpSpPr>
        <p:sp>
          <p:nvSpPr>
            <p:cNvPr id="32" name="Rectangle 100">
              <a:extLst>
                <a:ext uri="{FF2B5EF4-FFF2-40B4-BE49-F238E27FC236}">
                  <a16:creationId xmlns:a16="http://schemas.microsoft.com/office/drawing/2014/main" id="{5742B3C2-DD15-40C9-9AB2-9604CB9912B0}"/>
                </a:ext>
              </a:extLst>
            </p:cNvPr>
            <p:cNvSpPr/>
            <p:nvPr/>
          </p:nvSpPr>
          <p:spPr>
            <a:xfrm>
              <a:off x="9431607" y="3717720"/>
              <a:ext cx="939142" cy="1276568"/>
            </a:xfrm>
            <a:prstGeom prst="rect">
              <a:avLst/>
            </a:prstGeom>
            <a:noFill/>
            <a:ln w="12700" cap="flat" cmpd="sng" algn="ctr">
              <a:solidFill>
                <a:srgbClr val="5A6B86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sz="1100" kern="0" dirty="0">
                <a:solidFill>
                  <a:srgbClr val="5A6B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3" name="Graphic 19">
              <a:extLst>
                <a:ext uri="{FF2B5EF4-FFF2-40B4-BE49-F238E27FC236}">
                  <a16:creationId xmlns:a16="http://schemas.microsoft.com/office/drawing/2014/main" id="{74CCD8B7-AB44-4D14-BE22-EBE8B83EB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33791" y="3727772"/>
              <a:ext cx="186029" cy="186029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898287D-CEE9-4C72-9720-DC8165D4DEE1}"/>
                </a:ext>
              </a:extLst>
            </p:cNvPr>
            <p:cNvSpPr txBox="1"/>
            <p:nvPr/>
          </p:nvSpPr>
          <p:spPr>
            <a:xfrm>
              <a:off x="9642521" y="3710262"/>
              <a:ext cx="72822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b="1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mazon Ember" panose="020B0603020204020204" pitchFamily="34" charset="0"/>
                </a:rPr>
                <a:t>음저협</a:t>
              </a:r>
              <a:r>
                <a:rPr kumimoji="0" lang="ko-KR" altLang="en-US" sz="8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mazon Ember" panose="020B0603020204020204" pitchFamily="34" charset="0"/>
                </a:rPr>
                <a:t> </a:t>
              </a:r>
              <a:r>
                <a:rPr kumimoji="0" lang="en-US" sz="8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mazon Ember" panose="020B0603020204020204" pitchFamily="34" charset="0"/>
                </a:rPr>
                <a:t>IDC</a:t>
              </a:r>
              <a:endParaRPr kumimoji="0" 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mazon Ember" panose="020B0603020204020204" pitchFamily="34" charset="0"/>
              </a:endParaRPr>
            </a:p>
          </p:txBody>
        </p:sp>
        <p:pic>
          <p:nvPicPr>
            <p:cNvPr id="35" name="Graphic 37">
              <a:extLst>
                <a:ext uri="{FF2B5EF4-FFF2-40B4-BE49-F238E27FC236}">
                  <a16:creationId xmlns:a16="http://schemas.microsoft.com/office/drawing/2014/main" id="{97488782-9689-4B00-9589-2212E9694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90535" y="3977203"/>
              <a:ext cx="307973" cy="307973"/>
            </a:xfrm>
            <a:prstGeom prst="rect">
              <a:avLst/>
            </a:prstGeom>
          </p:spPr>
        </p:pic>
        <p:pic>
          <p:nvPicPr>
            <p:cNvPr id="36" name="Graphic 46">
              <a:extLst>
                <a:ext uri="{FF2B5EF4-FFF2-40B4-BE49-F238E27FC236}">
                  <a16:creationId xmlns:a16="http://schemas.microsoft.com/office/drawing/2014/main" id="{4095A78B-3C88-4236-8526-A329A3580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499340" y="4881840"/>
              <a:ext cx="218788" cy="218788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8885776-54B8-4F9B-899B-DAC8446D2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57006" y="4676505"/>
              <a:ext cx="728228" cy="13085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56E6315-B028-498D-971B-5AAC1A9833D1}"/>
                </a:ext>
              </a:extLst>
            </p:cNvPr>
            <p:cNvSpPr txBox="1"/>
            <p:nvPr/>
          </p:nvSpPr>
          <p:spPr>
            <a:xfrm>
              <a:off x="9748697" y="4753842"/>
              <a:ext cx="462019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 err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TrusGuard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05C7689-1F4E-4B49-B8C8-0DF2FC3ADD03}"/>
                </a:ext>
              </a:extLst>
            </p:cNvPr>
            <p:cNvSpPr txBox="1"/>
            <p:nvPr/>
          </p:nvSpPr>
          <p:spPr>
            <a:xfrm>
              <a:off x="9470078" y="4261823"/>
              <a:ext cx="590270" cy="27925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음원</a:t>
              </a:r>
              <a:r>
                <a:rPr kumimoji="0" lang="en-US" altLang="ko-KR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</a:t>
              </a:r>
              <a:r>
                <a:rPr kumimoji="0" lang="ko-KR" alt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디지털</a:t>
              </a:r>
              <a:endParaRPr kumimoji="0"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문서보관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6B4303-CB0B-4B38-87A2-E3833EFFF540}"/>
                </a:ext>
              </a:extLst>
            </p:cNvPr>
            <p:cNvSpPr txBox="1"/>
            <p:nvPr/>
          </p:nvSpPr>
          <p:spPr>
            <a:xfrm>
              <a:off x="9721189" y="5007896"/>
              <a:ext cx="462019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CGW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B21462F-99EE-4E9F-BF7D-2AB00581C5ED}"/>
              </a:ext>
            </a:extLst>
          </p:cNvPr>
          <p:cNvGrpSpPr/>
          <p:nvPr/>
        </p:nvGrpSpPr>
        <p:grpSpPr>
          <a:xfrm>
            <a:off x="523669" y="4181579"/>
            <a:ext cx="668359" cy="392563"/>
            <a:chOff x="3524189" y="981635"/>
            <a:chExt cx="668359" cy="392563"/>
          </a:xfrm>
        </p:grpSpPr>
        <p:pic>
          <p:nvPicPr>
            <p:cNvPr id="43" name="Graphic 5">
              <a:extLst>
                <a:ext uri="{FF2B5EF4-FFF2-40B4-BE49-F238E27FC236}">
                  <a16:creationId xmlns:a16="http://schemas.microsoft.com/office/drawing/2014/main" id="{637C1346-6994-42C1-A507-35A1F1290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3735056" y="981635"/>
              <a:ext cx="246627" cy="23964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1CF275-2915-40DC-AFE6-FFC721CAC3A0}"/>
                </a:ext>
              </a:extLst>
            </p:cNvPr>
            <p:cNvSpPr txBox="1"/>
            <p:nvPr/>
          </p:nvSpPr>
          <p:spPr>
            <a:xfrm>
              <a:off x="3524189" y="1189532"/>
              <a:ext cx="66835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45" name="Elbow Connector 23">
            <a:extLst>
              <a:ext uri="{FF2B5EF4-FFF2-40B4-BE49-F238E27FC236}">
                <a16:creationId xmlns:a16="http://schemas.microsoft.com/office/drawing/2014/main" id="{E7A83BCD-7D39-4213-8E37-F288C6FF3B49}"/>
              </a:ext>
            </a:extLst>
          </p:cNvPr>
          <p:cNvCxnSpPr>
            <a:cxnSpLocks/>
            <a:stCxn id="36" idx="2"/>
            <a:endCxn id="46" idx="2"/>
          </p:cNvCxnSpPr>
          <p:nvPr/>
        </p:nvCxnSpPr>
        <p:spPr>
          <a:xfrm rot="16200000" flipH="1">
            <a:off x="1684438" y="5138062"/>
            <a:ext cx="189214" cy="2381094"/>
          </a:xfrm>
          <a:prstGeom prst="bentConnector3">
            <a:avLst>
              <a:gd name="adj1" fmla="val 169406"/>
            </a:avLst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  <a:headEnd type="none" w="med" len="sm"/>
            <a:tailEnd type="none" w="med" len="med"/>
          </a:ln>
          <a:effectLst/>
        </p:spPr>
      </p:cxnSp>
      <p:pic>
        <p:nvPicPr>
          <p:cNvPr id="46" name="Graphic 50">
            <a:extLst>
              <a:ext uri="{FF2B5EF4-FFF2-40B4-BE49-F238E27FC236}">
                <a16:creationId xmlns:a16="http://schemas.microsoft.com/office/drawing/2014/main" id="{2429E9CC-5298-4AE6-9F76-717B4A5209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60198" y="6204428"/>
            <a:ext cx="218788" cy="21878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22EDB8E-AAD5-410D-A839-F6D916F86B0C}"/>
              </a:ext>
            </a:extLst>
          </p:cNvPr>
          <p:cNvSpPr txBox="1"/>
          <p:nvPr/>
        </p:nvSpPr>
        <p:spPr>
          <a:xfrm>
            <a:off x="3078986" y="6330883"/>
            <a:ext cx="228648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VGW</a:t>
            </a:r>
          </a:p>
        </p:txBody>
      </p:sp>
      <p:pic>
        <p:nvPicPr>
          <p:cNvPr id="48" name="Graphic 48">
            <a:extLst>
              <a:ext uri="{FF2B5EF4-FFF2-40B4-BE49-F238E27FC236}">
                <a16:creationId xmlns:a16="http://schemas.microsoft.com/office/drawing/2014/main" id="{885023A6-DD94-4648-9AF7-3BEF6B8070D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57713" y="6408415"/>
            <a:ext cx="214266" cy="21426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9735847-3A3C-4DDE-9285-DF93F57139FE}"/>
              </a:ext>
            </a:extLst>
          </p:cNvPr>
          <p:cNvSpPr txBox="1"/>
          <p:nvPr/>
        </p:nvSpPr>
        <p:spPr>
          <a:xfrm>
            <a:off x="1629090" y="6553858"/>
            <a:ext cx="462081" cy="27925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6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</a:t>
            </a:r>
            <a:r>
              <a:rPr kumimoji="0" lang="en-US" sz="6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psec</a:t>
            </a:r>
            <a:r>
              <a: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VPN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A463BA9-C8EE-4D6A-BDF9-78B65201F9F8}"/>
              </a:ext>
            </a:extLst>
          </p:cNvPr>
          <p:cNvGrpSpPr/>
          <p:nvPr/>
        </p:nvGrpSpPr>
        <p:grpSpPr>
          <a:xfrm>
            <a:off x="2192392" y="1740435"/>
            <a:ext cx="748771" cy="195468"/>
            <a:chOff x="5046270" y="1133799"/>
            <a:chExt cx="748771" cy="195468"/>
          </a:xfrm>
        </p:grpSpPr>
        <p:pic>
          <p:nvPicPr>
            <p:cNvPr id="51" name="Graphic 40">
              <a:extLst>
                <a:ext uri="{FF2B5EF4-FFF2-40B4-BE49-F238E27FC236}">
                  <a16:creationId xmlns:a16="http://schemas.microsoft.com/office/drawing/2014/main" id="{E5919F37-5D2F-4400-81CE-7D999B895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46270" y="1133799"/>
              <a:ext cx="178846" cy="178846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70348C1-EAA5-442C-8524-CF5A5534F1E6}"/>
                </a:ext>
              </a:extLst>
            </p:cNvPr>
            <p:cNvSpPr txBox="1"/>
            <p:nvPr/>
          </p:nvSpPr>
          <p:spPr>
            <a:xfrm>
              <a:off x="5161964" y="1144601"/>
              <a:ext cx="63307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AWS Shield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4B451FD-A0E2-4A85-8B49-0333B873AF37}"/>
              </a:ext>
            </a:extLst>
          </p:cNvPr>
          <p:cNvGrpSpPr/>
          <p:nvPr/>
        </p:nvGrpSpPr>
        <p:grpSpPr>
          <a:xfrm>
            <a:off x="2192392" y="1452560"/>
            <a:ext cx="572018" cy="184666"/>
            <a:chOff x="4383410" y="1306982"/>
            <a:chExt cx="572018" cy="18466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8EE803-7163-4382-9ABD-84325ABEA7B1}"/>
                </a:ext>
              </a:extLst>
            </p:cNvPr>
            <p:cNvSpPr txBox="1"/>
            <p:nvPr/>
          </p:nvSpPr>
          <p:spPr>
            <a:xfrm>
              <a:off x="4550998" y="1306982"/>
              <a:ext cx="40443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WAF</a:t>
              </a:r>
            </a:p>
          </p:txBody>
        </p:sp>
        <p:pic>
          <p:nvPicPr>
            <p:cNvPr id="55" name="Graphic 26">
              <a:extLst>
                <a:ext uri="{FF2B5EF4-FFF2-40B4-BE49-F238E27FC236}">
                  <a16:creationId xmlns:a16="http://schemas.microsoft.com/office/drawing/2014/main" id="{03A87C58-F92C-476C-9C40-E5C4A7272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383410" y="1308633"/>
              <a:ext cx="167553" cy="167553"/>
            </a:xfrm>
            <a:prstGeom prst="rect">
              <a:avLst/>
            </a:prstGeom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8E45475-E729-44CE-B43C-50FF5B8108C2}"/>
              </a:ext>
            </a:extLst>
          </p:cNvPr>
          <p:cNvGrpSpPr/>
          <p:nvPr/>
        </p:nvGrpSpPr>
        <p:grpSpPr>
          <a:xfrm>
            <a:off x="2192392" y="2056211"/>
            <a:ext cx="673158" cy="197811"/>
            <a:chOff x="5046113" y="1330258"/>
            <a:chExt cx="673158" cy="197811"/>
          </a:xfrm>
        </p:grpSpPr>
        <p:pic>
          <p:nvPicPr>
            <p:cNvPr id="57" name="Graphic 37">
              <a:extLst>
                <a:ext uri="{FF2B5EF4-FFF2-40B4-BE49-F238E27FC236}">
                  <a16:creationId xmlns:a16="http://schemas.microsoft.com/office/drawing/2014/main" id="{F89D31C0-6BB3-436D-9751-CC456FCBF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046113" y="1330258"/>
              <a:ext cx="179003" cy="17900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A7B3E-B64F-4A34-A400-85C522FB64A5}"/>
                </a:ext>
              </a:extLst>
            </p:cNvPr>
            <p:cNvSpPr txBox="1"/>
            <p:nvPr/>
          </p:nvSpPr>
          <p:spPr>
            <a:xfrm>
              <a:off x="5226616" y="1343403"/>
              <a:ext cx="4926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Route53</a:t>
              </a:r>
            </a:p>
          </p:txBody>
        </p:sp>
      </p:grpSp>
      <p:sp>
        <p:nvSpPr>
          <p:cNvPr id="59" name="Rectangle 32">
            <a:extLst>
              <a:ext uri="{FF2B5EF4-FFF2-40B4-BE49-F238E27FC236}">
                <a16:creationId xmlns:a16="http://schemas.microsoft.com/office/drawing/2014/main" id="{BC4DE98D-42F3-4972-AB6A-1BD93DC8F610}"/>
              </a:ext>
            </a:extLst>
          </p:cNvPr>
          <p:cNvSpPr/>
          <p:nvPr/>
        </p:nvSpPr>
        <p:spPr>
          <a:xfrm>
            <a:off x="2989174" y="1388076"/>
            <a:ext cx="8654835" cy="1831078"/>
          </a:xfrm>
          <a:prstGeom prst="rect">
            <a:avLst/>
          </a:prstGeom>
          <a:noFill/>
          <a:ln w="12700" cap="flat" cmpd="sng" algn="ctr">
            <a:solidFill>
              <a:srgbClr val="007CBC"/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1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Rectangle 32">
            <a:extLst>
              <a:ext uri="{FF2B5EF4-FFF2-40B4-BE49-F238E27FC236}">
                <a16:creationId xmlns:a16="http://schemas.microsoft.com/office/drawing/2014/main" id="{DF583401-F583-4FC7-B22C-D291F64F5310}"/>
              </a:ext>
            </a:extLst>
          </p:cNvPr>
          <p:cNvSpPr/>
          <p:nvPr/>
        </p:nvSpPr>
        <p:spPr>
          <a:xfrm>
            <a:off x="2989175" y="4305809"/>
            <a:ext cx="8654834" cy="1793433"/>
          </a:xfrm>
          <a:prstGeom prst="rect">
            <a:avLst/>
          </a:prstGeom>
          <a:noFill/>
          <a:ln w="12700" cap="flat" cmpd="sng" algn="ctr">
            <a:solidFill>
              <a:srgbClr val="007CBC"/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1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Rectangle 57">
            <a:extLst>
              <a:ext uri="{FF2B5EF4-FFF2-40B4-BE49-F238E27FC236}">
                <a16:creationId xmlns:a16="http://schemas.microsoft.com/office/drawing/2014/main" id="{75F630A6-798C-45F1-85F4-D1C7233F0A8E}"/>
              </a:ext>
            </a:extLst>
          </p:cNvPr>
          <p:cNvSpPr/>
          <p:nvPr/>
        </p:nvSpPr>
        <p:spPr>
          <a:xfrm>
            <a:off x="3204477" y="1660012"/>
            <a:ext cx="1741649" cy="1473632"/>
          </a:xfrm>
          <a:prstGeom prst="rect">
            <a:avLst/>
          </a:prstGeom>
          <a:solidFill>
            <a:srgbClr val="1D8900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500" kern="0" dirty="0">
              <a:solidFill>
                <a:srgbClr val="1D89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Rectangle 57">
            <a:extLst>
              <a:ext uri="{FF2B5EF4-FFF2-40B4-BE49-F238E27FC236}">
                <a16:creationId xmlns:a16="http://schemas.microsoft.com/office/drawing/2014/main" id="{A6095470-7384-4115-9C65-41209700186D}"/>
              </a:ext>
            </a:extLst>
          </p:cNvPr>
          <p:cNvSpPr/>
          <p:nvPr/>
        </p:nvSpPr>
        <p:spPr>
          <a:xfrm>
            <a:off x="3199792" y="4376578"/>
            <a:ext cx="1741648" cy="1523787"/>
          </a:xfrm>
          <a:prstGeom prst="rect">
            <a:avLst/>
          </a:prstGeom>
          <a:solidFill>
            <a:srgbClr val="1D8900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500" kern="0" dirty="0">
              <a:solidFill>
                <a:srgbClr val="1D89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3" name="Graphic 58">
            <a:extLst>
              <a:ext uri="{FF2B5EF4-FFF2-40B4-BE49-F238E27FC236}">
                <a16:creationId xmlns:a16="http://schemas.microsoft.com/office/drawing/2014/main" id="{B85969B9-7F07-4FCC-815D-FA13A2DB0A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207606" y="1660012"/>
            <a:ext cx="205702" cy="205702"/>
          </a:xfrm>
          <a:prstGeom prst="rect">
            <a:avLst/>
          </a:prstGeom>
        </p:spPr>
      </p:pic>
      <p:pic>
        <p:nvPicPr>
          <p:cNvPr id="64" name="Graphic 58">
            <a:extLst>
              <a:ext uri="{FF2B5EF4-FFF2-40B4-BE49-F238E27FC236}">
                <a16:creationId xmlns:a16="http://schemas.microsoft.com/office/drawing/2014/main" id="{C94CB36F-F4B6-48A8-A433-E91045C3015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207606" y="5682419"/>
            <a:ext cx="205702" cy="205702"/>
          </a:xfrm>
          <a:prstGeom prst="rect">
            <a:avLst/>
          </a:prstGeom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id="{4FF29F8F-F7DA-4596-93EA-983AFC4FE37F}"/>
              </a:ext>
            </a:extLst>
          </p:cNvPr>
          <p:cNvSpPr/>
          <p:nvPr/>
        </p:nvSpPr>
        <p:spPr>
          <a:xfrm>
            <a:off x="3171759" y="1421709"/>
            <a:ext cx="99418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rgbClr val="007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Availability Zone-2a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134574E-720C-4904-881F-E2833ED89B7A}"/>
              </a:ext>
            </a:extLst>
          </p:cNvPr>
          <p:cNvSpPr/>
          <p:nvPr/>
        </p:nvSpPr>
        <p:spPr>
          <a:xfrm>
            <a:off x="3171759" y="5891347"/>
            <a:ext cx="989373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rgbClr val="007CB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Availability Zone-2c</a:t>
            </a:r>
          </a:p>
        </p:txBody>
      </p:sp>
      <p:sp>
        <p:nvSpPr>
          <p:cNvPr id="67" name="Rectangle 28">
            <a:extLst>
              <a:ext uri="{FF2B5EF4-FFF2-40B4-BE49-F238E27FC236}">
                <a16:creationId xmlns:a16="http://schemas.microsoft.com/office/drawing/2014/main" id="{AFB2A890-0D50-4BD4-B33E-EB2BA8968F00}"/>
              </a:ext>
            </a:extLst>
          </p:cNvPr>
          <p:cNvSpPr/>
          <p:nvPr/>
        </p:nvSpPr>
        <p:spPr>
          <a:xfrm>
            <a:off x="5145513" y="1660012"/>
            <a:ext cx="2661962" cy="1473632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5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Rectangle 28">
            <a:extLst>
              <a:ext uri="{FF2B5EF4-FFF2-40B4-BE49-F238E27FC236}">
                <a16:creationId xmlns:a16="http://schemas.microsoft.com/office/drawing/2014/main" id="{FF72E64C-1D73-496F-B673-9914546DAFD2}"/>
              </a:ext>
            </a:extLst>
          </p:cNvPr>
          <p:cNvSpPr/>
          <p:nvPr/>
        </p:nvSpPr>
        <p:spPr>
          <a:xfrm>
            <a:off x="8067111" y="1660299"/>
            <a:ext cx="1923326" cy="1473345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5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Rectangle 28">
            <a:extLst>
              <a:ext uri="{FF2B5EF4-FFF2-40B4-BE49-F238E27FC236}">
                <a16:creationId xmlns:a16="http://schemas.microsoft.com/office/drawing/2014/main" id="{7B31693E-0884-4769-9C05-FC219AE12776}"/>
              </a:ext>
            </a:extLst>
          </p:cNvPr>
          <p:cNvSpPr/>
          <p:nvPr/>
        </p:nvSpPr>
        <p:spPr>
          <a:xfrm>
            <a:off x="8044893" y="4377362"/>
            <a:ext cx="1923326" cy="1509088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5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Rectangle 28">
            <a:extLst>
              <a:ext uri="{FF2B5EF4-FFF2-40B4-BE49-F238E27FC236}">
                <a16:creationId xmlns:a16="http://schemas.microsoft.com/office/drawing/2014/main" id="{A5C63905-25FA-4206-8542-A92BB2805F77}"/>
              </a:ext>
            </a:extLst>
          </p:cNvPr>
          <p:cNvSpPr/>
          <p:nvPr/>
        </p:nvSpPr>
        <p:spPr>
          <a:xfrm>
            <a:off x="10200906" y="1667624"/>
            <a:ext cx="1322027" cy="1466019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5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Rectangle 28">
            <a:extLst>
              <a:ext uri="{FF2B5EF4-FFF2-40B4-BE49-F238E27FC236}">
                <a16:creationId xmlns:a16="http://schemas.microsoft.com/office/drawing/2014/main" id="{78D07EB5-AD21-48A6-82B9-658EB1F3348B}"/>
              </a:ext>
            </a:extLst>
          </p:cNvPr>
          <p:cNvSpPr/>
          <p:nvPr/>
        </p:nvSpPr>
        <p:spPr>
          <a:xfrm>
            <a:off x="10200906" y="4376398"/>
            <a:ext cx="1322027" cy="1507567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5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6CFBD5B-A27D-4C6F-8812-C042919B98FC}"/>
              </a:ext>
            </a:extLst>
          </p:cNvPr>
          <p:cNvGrpSpPr/>
          <p:nvPr/>
        </p:nvGrpSpPr>
        <p:grpSpPr>
          <a:xfrm>
            <a:off x="6476494" y="6177779"/>
            <a:ext cx="2061158" cy="416230"/>
            <a:chOff x="4135983" y="5804654"/>
            <a:chExt cx="2061158" cy="416230"/>
          </a:xfrm>
        </p:grpSpPr>
        <p:pic>
          <p:nvPicPr>
            <p:cNvPr id="73" name="Graphic 15">
              <a:extLst>
                <a:ext uri="{FF2B5EF4-FFF2-40B4-BE49-F238E27FC236}">
                  <a16:creationId xmlns:a16="http://schemas.microsoft.com/office/drawing/2014/main" id="{017E64C7-841D-4499-B80A-A8DE1DC9A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135983" y="5804654"/>
              <a:ext cx="251002" cy="251002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1FD7D36-1428-433B-B24D-63C506F6F727}"/>
                </a:ext>
              </a:extLst>
            </p:cNvPr>
            <p:cNvSpPr txBox="1"/>
            <p:nvPr/>
          </p:nvSpPr>
          <p:spPr>
            <a:xfrm>
              <a:off x="4386847" y="5911855"/>
              <a:ext cx="655902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VPC Endpoint</a:t>
              </a:r>
            </a:p>
          </p:txBody>
        </p:sp>
        <p:cxnSp>
          <p:nvCxnSpPr>
            <p:cNvPr id="75" name="Elbow Connector 23">
              <a:extLst>
                <a:ext uri="{FF2B5EF4-FFF2-40B4-BE49-F238E27FC236}">
                  <a16:creationId xmlns:a16="http://schemas.microsoft.com/office/drawing/2014/main" id="{01AF4383-443D-43A9-A8ED-49CC4D3AED5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646837" y="5687924"/>
              <a:ext cx="51226" cy="786046"/>
            </a:xfrm>
            <a:prstGeom prst="bentConnector2">
              <a:avLst/>
            </a:prstGeom>
            <a:noFill/>
            <a:ln w="12700" cap="flat" cmpd="sng" algn="ctr">
              <a:solidFill>
                <a:srgbClr val="5E626B"/>
              </a:solidFill>
              <a:prstDash val="solid"/>
              <a:miter lim="800000"/>
              <a:headEnd type="none" w="med" len="sm"/>
              <a:tailEnd type="arrow" w="med" len="sm"/>
            </a:ln>
            <a:effectLst/>
          </p:spPr>
        </p:cxnSp>
        <p:pic>
          <p:nvPicPr>
            <p:cNvPr id="76" name="Graphic 44">
              <a:extLst>
                <a:ext uri="{FF2B5EF4-FFF2-40B4-BE49-F238E27FC236}">
                  <a16:creationId xmlns:a16="http://schemas.microsoft.com/office/drawing/2014/main" id="{1639D2C6-BB79-48F7-A793-8E0A1C17E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5092104" y="5992236"/>
              <a:ext cx="228648" cy="228648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6B33CDE-CB11-48AA-89D9-F65F023259A7}"/>
                </a:ext>
              </a:extLst>
            </p:cNvPr>
            <p:cNvSpPr txBox="1"/>
            <p:nvPr/>
          </p:nvSpPr>
          <p:spPr>
            <a:xfrm>
              <a:off x="5303679" y="6009575"/>
              <a:ext cx="89346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2813"/>
              <a:r>
                <a:rPr lang="en-US" sz="6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S3 (=AWS Backup)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A26A3C6F-848C-48F7-BCBB-5FFF50EA9050}"/>
              </a:ext>
            </a:extLst>
          </p:cNvPr>
          <p:cNvSpPr txBox="1"/>
          <p:nvPr/>
        </p:nvSpPr>
        <p:spPr>
          <a:xfrm>
            <a:off x="3403621" y="1658775"/>
            <a:ext cx="97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Public subnet-1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192.168.247.0/24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71DD3F-8A8C-4E4D-BDC5-DF3982BE5B69}"/>
              </a:ext>
            </a:extLst>
          </p:cNvPr>
          <p:cNvSpPr txBox="1"/>
          <p:nvPr/>
        </p:nvSpPr>
        <p:spPr>
          <a:xfrm>
            <a:off x="3398539" y="5621773"/>
            <a:ext cx="97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Public subnet-2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192.168.248.0/24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0" name="Graphic 36">
            <a:extLst>
              <a:ext uri="{FF2B5EF4-FFF2-40B4-BE49-F238E27FC236}">
                <a16:creationId xmlns:a16="http://schemas.microsoft.com/office/drawing/2014/main" id="{0F5ADF75-93CB-4549-8FDD-835F70331A7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888363" y="3646779"/>
            <a:ext cx="200054" cy="200054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54338365-511D-419F-BA3C-A2E2982B6547}"/>
              </a:ext>
            </a:extLst>
          </p:cNvPr>
          <p:cNvSpPr txBox="1"/>
          <p:nvPr/>
        </p:nvSpPr>
        <p:spPr>
          <a:xfrm>
            <a:off x="1994300" y="3773655"/>
            <a:ext cx="480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Internet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gateway</a:t>
            </a:r>
          </a:p>
        </p:txBody>
      </p:sp>
      <p:pic>
        <p:nvPicPr>
          <p:cNvPr id="82" name="Graphic 13">
            <a:extLst>
              <a:ext uri="{FF2B5EF4-FFF2-40B4-BE49-F238E27FC236}">
                <a16:creationId xmlns:a16="http://schemas.microsoft.com/office/drawing/2014/main" id="{DAC20C1B-4D04-443B-9D03-965FF5E72E7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149918" y="1658775"/>
            <a:ext cx="205702" cy="205702"/>
          </a:xfrm>
          <a:prstGeom prst="rect">
            <a:avLst/>
          </a:prstGeom>
        </p:spPr>
      </p:pic>
      <p:pic>
        <p:nvPicPr>
          <p:cNvPr id="83" name="Graphic 13">
            <a:extLst>
              <a:ext uri="{FF2B5EF4-FFF2-40B4-BE49-F238E27FC236}">
                <a16:creationId xmlns:a16="http://schemas.microsoft.com/office/drawing/2014/main" id="{69F3BDCD-59F1-476D-8269-7053520DBF3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070551" y="1660012"/>
            <a:ext cx="205702" cy="205702"/>
          </a:xfrm>
          <a:prstGeom prst="rect">
            <a:avLst/>
          </a:prstGeom>
        </p:spPr>
      </p:pic>
      <p:pic>
        <p:nvPicPr>
          <p:cNvPr id="84" name="Graphic 13">
            <a:extLst>
              <a:ext uri="{FF2B5EF4-FFF2-40B4-BE49-F238E27FC236}">
                <a16:creationId xmlns:a16="http://schemas.microsoft.com/office/drawing/2014/main" id="{8E5C2A12-4458-40AB-B0A2-EA5F3164C5E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046141" y="5678263"/>
            <a:ext cx="205702" cy="205702"/>
          </a:xfrm>
          <a:prstGeom prst="rect">
            <a:avLst/>
          </a:prstGeom>
        </p:spPr>
      </p:pic>
      <p:pic>
        <p:nvPicPr>
          <p:cNvPr id="85" name="Graphic 13">
            <a:extLst>
              <a:ext uri="{FF2B5EF4-FFF2-40B4-BE49-F238E27FC236}">
                <a16:creationId xmlns:a16="http://schemas.microsoft.com/office/drawing/2014/main" id="{ABD00439-9E10-4842-A726-70228F5AB2E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200906" y="1667605"/>
            <a:ext cx="205702" cy="205702"/>
          </a:xfrm>
          <a:prstGeom prst="rect">
            <a:avLst/>
          </a:prstGeom>
        </p:spPr>
      </p:pic>
      <p:pic>
        <p:nvPicPr>
          <p:cNvPr id="86" name="Graphic 13">
            <a:extLst>
              <a:ext uri="{FF2B5EF4-FFF2-40B4-BE49-F238E27FC236}">
                <a16:creationId xmlns:a16="http://schemas.microsoft.com/office/drawing/2014/main" id="{B167A2BA-B6B2-4B3F-9A93-8450A443D89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200906" y="5673119"/>
            <a:ext cx="205702" cy="205702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7C50C5B-3A03-4070-A278-BF76C05892DC}"/>
              </a:ext>
            </a:extLst>
          </p:cNvPr>
          <p:cNvSpPr txBox="1"/>
          <p:nvPr/>
        </p:nvSpPr>
        <p:spPr>
          <a:xfrm>
            <a:off x="5365649" y="1654082"/>
            <a:ext cx="97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Pub-</a:t>
            </a:r>
            <a:r>
              <a:rPr lang="en-US" altLang="ko-KR" sz="700" b="1" dirty="0" err="1"/>
              <a:t>pri</a:t>
            </a:r>
            <a:r>
              <a:rPr lang="en-US" altLang="ko-KR" sz="700" b="1" dirty="0"/>
              <a:t> subnet-1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192.168.241.0/24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6FCBCE6-36B8-4BC8-A49A-B798D7964F41}"/>
              </a:ext>
            </a:extLst>
          </p:cNvPr>
          <p:cNvSpPr txBox="1"/>
          <p:nvPr/>
        </p:nvSpPr>
        <p:spPr>
          <a:xfrm>
            <a:off x="8259547" y="1633847"/>
            <a:ext cx="97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Private subnet-1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192.168.242.0/24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198872-F100-40D1-9269-E2C0E4374F4E}"/>
              </a:ext>
            </a:extLst>
          </p:cNvPr>
          <p:cNvSpPr txBox="1"/>
          <p:nvPr/>
        </p:nvSpPr>
        <p:spPr>
          <a:xfrm>
            <a:off x="10400314" y="1629691"/>
            <a:ext cx="97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subnet-1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192.168.243.0/24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1ECEC3-3AF5-4D17-8368-6D15F80CE851}"/>
              </a:ext>
            </a:extLst>
          </p:cNvPr>
          <p:cNvSpPr txBox="1"/>
          <p:nvPr/>
        </p:nvSpPr>
        <p:spPr>
          <a:xfrm>
            <a:off x="5375678" y="5617698"/>
            <a:ext cx="97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/>
              <a:t>Pub-</a:t>
            </a:r>
            <a:r>
              <a:rPr lang="en-US" altLang="ko-KR" sz="700" b="1" dirty="0" err="1"/>
              <a:t>pri</a:t>
            </a:r>
            <a:r>
              <a:rPr lang="en-US" altLang="ko-KR" sz="700" b="1" dirty="0"/>
              <a:t> subnet-2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192.168.244.0/24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8844754-73D4-4C95-A209-89FCBD477E70}"/>
              </a:ext>
            </a:extLst>
          </p:cNvPr>
          <p:cNvSpPr txBox="1"/>
          <p:nvPr/>
        </p:nvSpPr>
        <p:spPr>
          <a:xfrm>
            <a:off x="8249055" y="5612309"/>
            <a:ext cx="963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Private subnet-2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192.168.245.0/24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4BBE4B5-24C9-4909-ABAD-D15609817DB2}"/>
              </a:ext>
            </a:extLst>
          </p:cNvPr>
          <p:cNvSpPr txBox="1"/>
          <p:nvPr/>
        </p:nvSpPr>
        <p:spPr>
          <a:xfrm>
            <a:off x="10397558" y="5612309"/>
            <a:ext cx="971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subnet-2</a:t>
            </a:r>
            <a:b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192.168.246.0/24</a:t>
            </a:r>
            <a:endParaRPr lang="ko-KR" altLang="en-US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Rectangle 28">
            <a:extLst>
              <a:ext uri="{FF2B5EF4-FFF2-40B4-BE49-F238E27FC236}">
                <a16:creationId xmlns:a16="http://schemas.microsoft.com/office/drawing/2014/main" id="{9CC360FB-CA40-4AA8-8F5A-52F7D82EA700}"/>
              </a:ext>
            </a:extLst>
          </p:cNvPr>
          <p:cNvSpPr/>
          <p:nvPr/>
        </p:nvSpPr>
        <p:spPr>
          <a:xfrm>
            <a:off x="5145513" y="3363197"/>
            <a:ext cx="2661962" cy="799781"/>
          </a:xfrm>
          <a:prstGeom prst="rect">
            <a:avLst/>
          </a:prstGeom>
          <a:solidFill>
            <a:srgbClr val="FFC000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500" kern="0" dirty="0">
              <a:solidFill>
                <a:srgbClr val="007CB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8002D799-2F17-43E6-8C97-03F2E2D1DF01}"/>
              </a:ext>
            </a:extLst>
          </p:cNvPr>
          <p:cNvCxnSpPr>
            <a:cxnSpLocks/>
            <a:stCxn id="60" idx="1"/>
            <a:endCxn id="59" idx="1"/>
          </p:cNvCxnSpPr>
          <p:nvPr/>
        </p:nvCxnSpPr>
        <p:spPr>
          <a:xfrm rot="10800000">
            <a:off x="2989175" y="2303616"/>
            <a:ext cx="1" cy="2898911"/>
          </a:xfrm>
          <a:prstGeom prst="bentConnector3">
            <a:avLst>
              <a:gd name="adj1" fmla="val 22860100000"/>
            </a:avLst>
          </a:prstGeom>
          <a:ln w="1270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FD4A3822-C30C-4CE4-989C-31A921AE77CC}"/>
              </a:ext>
            </a:extLst>
          </p:cNvPr>
          <p:cNvCxnSpPr>
            <a:stCxn id="13" idx="3"/>
            <a:endCxn id="43" idx="1"/>
          </p:cNvCxnSpPr>
          <p:nvPr/>
        </p:nvCxnSpPr>
        <p:spPr>
          <a:xfrm flipH="1">
            <a:off x="981163" y="1342316"/>
            <a:ext cx="370293" cy="2959086"/>
          </a:xfrm>
          <a:prstGeom prst="bentConnector3">
            <a:avLst>
              <a:gd name="adj1" fmla="val -6173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5F4F334F-0806-4A1C-9A42-24AA01E2FBAA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2088417" y="3746806"/>
            <a:ext cx="954958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5C1995F2-FC73-4478-BE2E-964C4C46F9D8}"/>
              </a:ext>
            </a:extLst>
          </p:cNvPr>
          <p:cNvCxnSpPr>
            <a:cxnSpLocks/>
          </p:cNvCxnSpPr>
          <p:nvPr/>
        </p:nvCxnSpPr>
        <p:spPr>
          <a:xfrm flipH="1" flipV="1">
            <a:off x="1582989" y="3743659"/>
            <a:ext cx="305375" cy="314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4EA37811-0E3A-4947-A354-E17BE3B23FB3}"/>
              </a:ext>
            </a:extLst>
          </p:cNvPr>
          <p:cNvGrpSpPr/>
          <p:nvPr/>
        </p:nvGrpSpPr>
        <p:grpSpPr>
          <a:xfrm>
            <a:off x="3324068" y="2190599"/>
            <a:ext cx="688546" cy="438115"/>
            <a:chOff x="3810827" y="3155602"/>
            <a:chExt cx="767733" cy="541579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559AC81-5D2F-479D-92C9-26DA447DCB30}"/>
                </a:ext>
              </a:extLst>
            </p:cNvPr>
            <p:cNvSpPr txBox="1"/>
            <p:nvPr/>
          </p:nvSpPr>
          <p:spPr>
            <a:xfrm>
              <a:off x="3810827" y="3354766"/>
              <a:ext cx="767733" cy="34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2813"/>
              <a:r>
                <a:rPr lang="en-US" sz="6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NAT(</a:t>
              </a:r>
              <a:r>
                <a:rPr lang="ko-KR" altLang="en-US" sz="6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예비</a:t>
              </a:r>
              <a:r>
                <a:rPr lang="en-US" altLang="ko-KR" sz="6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sz="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 defTabSz="912813"/>
              <a:r>
                <a:rPr lang="en-US" sz="6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gateway</a:t>
              </a:r>
            </a:p>
          </p:txBody>
        </p:sp>
        <p:pic>
          <p:nvPicPr>
            <p:cNvPr id="100" name="Graphic 40">
              <a:extLst>
                <a:ext uri="{FF2B5EF4-FFF2-40B4-BE49-F238E27FC236}">
                  <a16:creationId xmlns:a16="http://schemas.microsoft.com/office/drawing/2014/main" id="{7D138409-BF28-4EAF-8719-87F8A51B4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4069566" y="3155602"/>
              <a:ext cx="252000" cy="252000"/>
            </a:xfrm>
            <a:prstGeom prst="rect">
              <a:avLst/>
            </a:prstGeom>
          </p:spPr>
        </p:pic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0A5766DD-A33C-4205-A385-9AEA525B3C4C}"/>
              </a:ext>
            </a:extLst>
          </p:cNvPr>
          <p:cNvGrpSpPr/>
          <p:nvPr/>
        </p:nvGrpSpPr>
        <p:grpSpPr>
          <a:xfrm>
            <a:off x="3324068" y="4944547"/>
            <a:ext cx="688546" cy="394290"/>
            <a:chOff x="3810827" y="3155602"/>
            <a:chExt cx="767733" cy="506941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F3C9D1A-DC14-4F0D-A0E3-D84F69DBD465}"/>
                </a:ext>
              </a:extLst>
            </p:cNvPr>
            <p:cNvSpPr txBox="1"/>
            <p:nvPr/>
          </p:nvSpPr>
          <p:spPr>
            <a:xfrm>
              <a:off x="3810827" y="3354766"/>
              <a:ext cx="7677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2813"/>
              <a:r>
                <a:rPr lang="en-US" sz="6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NAT</a:t>
              </a:r>
            </a:p>
            <a:p>
              <a:pPr algn="ctr" defTabSz="912813"/>
              <a:r>
                <a:rPr lang="en-US" sz="6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gateway</a:t>
              </a:r>
            </a:p>
          </p:txBody>
        </p:sp>
        <p:pic>
          <p:nvPicPr>
            <p:cNvPr id="103" name="Graphic 40">
              <a:extLst>
                <a:ext uri="{FF2B5EF4-FFF2-40B4-BE49-F238E27FC236}">
                  <a16:creationId xmlns:a16="http://schemas.microsoft.com/office/drawing/2014/main" id="{4E3BE398-1BB5-4683-9E4F-0BE0EEE88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4069566" y="3155602"/>
              <a:ext cx="252000" cy="252000"/>
            </a:xfrm>
            <a:prstGeom prst="rect">
              <a:avLst/>
            </a:prstGeom>
          </p:spPr>
        </p:pic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3E3AD5D6-1535-4931-B04A-E1FE81A1A5E6}"/>
              </a:ext>
            </a:extLst>
          </p:cNvPr>
          <p:cNvGrpSpPr/>
          <p:nvPr/>
        </p:nvGrpSpPr>
        <p:grpSpPr>
          <a:xfrm>
            <a:off x="4040508" y="2187173"/>
            <a:ext cx="632964" cy="377380"/>
            <a:chOff x="3553460" y="3330025"/>
            <a:chExt cx="697610" cy="415922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34CF470-D159-4C60-B2FE-AC79E9FB99DE}"/>
                </a:ext>
              </a:extLst>
            </p:cNvPr>
            <p:cNvSpPr txBox="1"/>
            <p:nvPr/>
          </p:nvSpPr>
          <p:spPr>
            <a:xfrm>
              <a:off x="3553460" y="3542421"/>
              <a:ext cx="697610" cy="203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Monitoring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6" name="Graphic 149">
              <a:extLst>
                <a:ext uri="{FF2B5EF4-FFF2-40B4-BE49-F238E27FC236}">
                  <a16:creationId xmlns:a16="http://schemas.microsoft.com/office/drawing/2014/main" id="{695460C3-EBD6-4860-8A3D-FE58A10DD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3767803" y="3330025"/>
              <a:ext cx="252000" cy="252000"/>
            </a:xfrm>
            <a:prstGeom prst="rect">
              <a:avLst/>
            </a:prstGeom>
          </p:spPr>
        </p:pic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40142889-98F1-4690-BF42-A00324FEAD30}"/>
              </a:ext>
            </a:extLst>
          </p:cNvPr>
          <p:cNvGrpSpPr/>
          <p:nvPr/>
        </p:nvGrpSpPr>
        <p:grpSpPr>
          <a:xfrm>
            <a:off x="5382932" y="2201424"/>
            <a:ext cx="397133" cy="380591"/>
            <a:chOff x="2227859" y="3326502"/>
            <a:chExt cx="437693" cy="419461"/>
          </a:xfrm>
        </p:grpSpPr>
        <p:pic>
          <p:nvPicPr>
            <p:cNvPr id="108" name="Graphic 139">
              <a:extLst>
                <a:ext uri="{FF2B5EF4-FFF2-40B4-BE49-F238E27FC236}">
                  <a16:creationId xmlns:a16="http://schemas.microsoft.com/office/drawing/2014/main" id="{E280E04A-18E2-40CA-A89A-399070475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2324942" y="3326502"/>
              <a:ext cx="252000" cy="252000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F548CC-DBD0-4E15-82C6-085BE13A8D0F}"/>
                </a:ext>
              </a:extLst>
            </p:cNvPr>
            <p:cNvSpPr txBox="1"/>
            <p:nvPr/>
          </p:nvSpPr>
          <p:spPr>
            <a:xfrm>
              <a:off x="2227859" y="3542437"/>
              <a:ext cx="437693" cy="203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WEB1</a:t>
              </a: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0A572BB4-70CD-4E2B-8F34-7252A68F8324}"/>
              </a:ext>
            </a:extLst>
          </p:cNvPr>
          <p:cNvGrpSpPr/>
          <p:nvPr/>
        </p:nvGrpSpPr>
        <p:grpSpPr>
          <a:xfrm>
            <a:off x="5377314" y="4985724"/>
            <a:ext cx="397132" cy="386687"/>
            <a:chOff x="2228416" y="3326502"/>
            <a:chExt cx="437692" cy="426180"/>
          </a:xfrm>
        </p:grpSpPr>
        <p:pic>
          <p:nvPicPr>
            <p:cNvPr id="111" name="Graphic 139">
              <a:extLst>
                <a:ext uri="{FF2B5EF4-FFF2-40B4-BE49-F238E27FC236}">
                  <a16:creationId xmlns:a16="http://schemas.microsoft.com/office/drawing/2014/main" id="{57B7BE82-B761-4455-A336-774B2C26D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2324942" y="3326502"/>
              <a:ext cx="252000" cy="252000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2E5D240-9544-47AC-B764-BE386B94B580}"/>
                </a:ext>
              </a:extLst>
            </p:cNvPr>
            <p:cNvSpPr txBox="1"/>
            <p:nvPr/>
          </p:nvSpPr>
          <p:spPr>
            <a:xfrm>
              <a:off x="2228416" y="3549156"/>
              <a:ext cx="437692" cy="203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WEB2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6C1F8CD-1D93-4276-AFA9-B7A1C47D1420}"/>
              </a:ext>
            </a:extLst>
          </p:cNvPr>
          <p:cNvGrpSpPr/>
          <p:nvPr/>
        </p:nvGrpSpPr>
        <p:grpSpPr>
          <a:xfrm>
            <a:off x="5744594" y="4976428"/>
            <a:ext cx="767856" cy="398516"/>
            <a:chOff x="7016689" y="4080337"/>
            <a:chExt cx="846279" cy="439218"/>
          </a:xfrm>
        </p:grpSpPr>
        <p:pic>
          <p:nvPicPr>
            <p:cNvPr id="114" name="Graphic 125">
              <a:extLst>
                <a:ext uri="{FF2B5EF4-FFF2-40B4-BE49-F238E27FC236}">
                  <a16:creationId xmlns:a16="http://schemas.microsoft.com/office/drawing/2014/main" id="{D0DD00F1-1226-4AA3-944C-28A46D76D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303964" y="4080337"/>
              <a:ext cx="252001" cy="252000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0D28DD8-95D5-42D0-B79A-E85297756297}"/>
                </a:ext>
              </a:extLst>
            </p:cNvPr>
            <p:cNvSpPr txBox="1"/>
            <p:nvPr/>
          </p:nvSpPr>
          <p:spPr>
            <a:xfrm>
              <a:off x="7016689" y="4316031"/>
              <a:ext cx="846279" cy="203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600" dirty="0" err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mmail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0037F54-57D3-42D7-9017-1EF531A831DC}"/>
              </a:ext>
            </a:extLst>
          </p:cNvPr>
          <p:cNvGrpSpPr/>
          <p:nvPr/>
        </p:nvGrpSpPr>
        <p:grpSpPr>
          <a:xfrm>
            <a:off x="6352790" y="2199438"/>
            <a:ext cx="489705" cy="395104"/>
            <a:chOff x="5211266" y="3349882"/>
            <a:chExt cx="539720" cy="435456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C2A976D-6DAC-47AB-8972-135DFB72460F}"/>
                </a:ext>
              </a:extLst>
            </p:cNvPr>
            <p:cNvSpPr txBox="1"/>
            <p:nvPr/>
          </p:nvSpPr>
          <p:spPr>
            <a:xfrm>
              <a:off x="5211266" y="3581812"/>
              <a:ext cx="539720" cy="203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스팸</a:t>
              </a:r>
            </a:p>
          </p:txBody>
        </p:sp>
        <p:pic>
          <p:nvPicPr>
            <p:cNvPr id="118" name="Graphic 149">
              <a:extLst>
                <a:ext uri="{FF2B5EF4-FFF2-40B4-BE49-F238E27FC236}">
                  <a16:creationId xmlns:a16="http://schemas.microsoft.com/office/drawing/2014/main" id="{E93169CE-22A7-42C8-BBF3-378C30DD1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5268450" y="3349882"/>
              <a:ext cx="252000" cy="252000"/>
            </a:xfrm>
            <a:prstGeom prst="rect">
              <a:avLst/>
            </a:prstGeom>
          </p:spPr>
        </p:pic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5AA68AD0-5063-4688-BBB9-CE57EAED14AF}"/>
              </a:ext>
            </a:extLst>
          </p:cNvPr>
          <p:cNvGrpSpPr/>
          <p:nvPr/>
        </p:nvGrpSpPr>
        <p:grpSpPr>
          <a:xfrm>
            <a:off x="10533968" y="2236925"/>
            <a:ext cx="655902" cy="382887"/>
            <a:chOff x="3045041" y="5192562"/>
            <a:chExt cx="655902" cy="382887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173D8B7-8E5D-459B-812C-3B969ACFB6A3}"/>
                </a:ext>
              </a:extLst>
            </p:cNvPr>
            <p:cNvSpPr txBox="1"/>
            <p:nvPr/>
          </p:nvSpPr>
          <p:spPr>
            <a:xfrm>
              <a:off x="3045041" y="5390783"/>
              <a:ext cx="6559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RDS (Master</a:t>
              </a: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pic>
          <p:nvPicPr>
            <p:cNvPr id="127" name="Graphic 15">
              <a:extLst>
                <a:ext uri="{FF2B5EF4-FFF2-40B4-BE49-F238E27FC236}">
                  <a16:creationId xmlns:a16="http://schemas.microsoft.com/office/drawing/2014/main" id="{2632DDF9-4207-4E40-83A4-BAAF9CEE1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3240455" y="5192562"/>
              <a:ext cx="228648" cy="228648"/>
            </a:xfrm>
            <a:prstGeom prst="rect">
              <a:avLst/>
            </a:prstGeom>
          </p:spPr>
        </p:pic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718D614D-DA98-41C8-B6A5-0B370AB6BB55}"/>
              </a:ext>
            </a:extLst>
          </p:cNvPr>
          <p:cNvGrpSpPr/>
          <p:nvPr/>
        </p:nvGrpSpPr>
        <p:grpSpPr>
          <a:xfrm>
            <a:off x="8130377" y="2441889"/>
            <a:ext cx="397115" cy="404547"/>
            <a:chOff x="3977059" y="4043731"/>
            <a:chExt cx="397115" cy="404547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64CD55B-8060-4ABC-93D6-4F57DD16023E}"/>
                </a:ext>
              </a:extLst>
            </p:cNvPr>
            <p:cNvSpPr txBox="1"/>
            <p:nvPr/>
          </p:nvSpPr>
          <p:spPr>
            <a:xfrm>
              <a:off x="3977059" y="4263612"/>
              <a:ext cx="39711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WAS1</a:t>
              </a:r>
            </a:p>
          </p:txBody>
        </p:sp>
        <p:pic>
          <p:nvPicPr>
            <p:cNvPr id="130" name="Graphic 145">
              <a:extLst>
                <a:ext uri="{FF2B5EF4-FFF2-40B4-BE49-F238E27FC236}">
                  <a16:creationId xmlns:a16="http://schemas.microsoft.com/office/drawing/2014/main" id="{15AFA91E-1345-4A29-A8DC-066EFB2B2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4050887" y="4043731"/>
              <a:ext cx="228648" cy="228648"/>
            </a:xfrm>
            <a:prstGeom prst="rect">
              <a:avLst/>
            </a:prstGeom>
          </p:spPr>
        </p:pic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B852E87E-6CE1-41E2-9E7C-491DD4D944B4}"/>
              </a:ext>
            </a:extLst>
          </p:cNvPr>
          <p:cNvGrpSpPr/>
          <p:nvPr/>
        </p:nvGrpSpPr>
        <p:grpSpPr>
          <a:xfrm>
            <a:off x="8390535" y="2438758"/>
            <a:ext cx="769138" cy="403120"/>
            <a:chOff x="2560473" y="4068431"/>
            <a:chExt cx="769138" cy="403120"/>
          </a:xfrm>
        </p:grpSpPr>
        <p:pic>
          <p:nvPicPr>
            <p:cNvPr id="132" name="Graphic 125">
              <a:extLst>
                <a:ext uri="{FF2B5EF4-FFF2-40B4-BE49-F238E27FC236}">
                  <a16:creationId xmlns:a16="http://schemas.microsoft.com/office/drawing/2014/main" id="{4392623E-BCC3-4BC2-AE1D-FC7E09A07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826722" y="4068431"/>
              <a:ext cx="228648" cy="228648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38FC957-256B-4FA2-AB51-E6B3E005B5F3}"/>
                </a:ext>
              </a:extLst>
            </p:cNvPr>
            <p:cNvSpPr txBox="1"/>
            <p:nvPr/>
          </p:nvSpPr>
          <p:spPr>
            <a:xfrm>
              <a:off x="2560473" y="4286885"/>
              <a:ext cx="76913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모바일</a:t>
              </a:r>
              <a:r>
                <a:rPr lang="en-US" altLang="ko-KR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(KOS-G)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B0BBC058-30E0-4912-8194-82EDDA1D12C7}"/>
              </a:ext>
            </a:extLst>
          </p:cNvPr>
          <p:cNvGrpSpPr/>
          <p:nvPr/>
        </p:nvGrpSpPr>
        <p:grpSpPr>
          <a:xfrm>
            <a:off x="8990835" y="2440801"/>
            <a:ext cx="469143" cy="402705"/>
            <a:chOff x="2199581" y="4068022"/>
            <a:chExt cx="469143" cy="402705"/>
          </a:xfrm>
        </p:grpSpPr>
        <p:pic>
          <p:nvPicPr>
            <p:cNvPr id="135" name="Graphic 125">
              <a:extLst>
                <a:ext uri="{FF2B5EF4-FFF2-40B4-BE49-F238E27FC236}">
                  <a16:creationId xmlns:a16="http://schemas.microsoft.com/office/drawing/2014/main" id="{5BC81375-BC5F-4A01-AE49-D229DB003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320296" y="4068022"/>
              <a:ext cx="228648" cy="228648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F45CE24-EBC8-4041-BF81-FE199D87A200}"/>
                </a:ext>
              </a:extLst>
            </p:cNvPr>
            <p:cNvSpPr txBox="1"/>
            <p:nvPr/>
          </p:nvSpPr>
          <p:spPr>
            <a:xfrm>
              <a:off x="2199581" y="4301450"/>
              <a:ext cx="46914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5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검색엔진</a:t>
              </a:r>
              <a:endParaRPr kumimoji="0" lang="en-US" sz="5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159FE663-26B9-44CD-9E17-AEBF3431C56E}"/>
              </a:ext>
            </a:extLst>
          </p:cNvPr>
          <p:cNvGrpSpPr/>
          <p:nvPr/>
        </p:nvGrpSpPr>
        <p:grpSpPr>
          <a:xfrm>
            <a:off x="9450027" y="2440801"/>
            <a:ext cx="336669" cy="410767"/>
            <a:chOff x="1894163" y="4093301"/>
            <a:chExt cx="336669" cy="410767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7F92281-5012-405C-BB84-69A515E2FF10}"/>
                </a:ext>
              </a:extLst>
            </p:cNvPr>
            <p:cNvSpPr txBox="1"/>
            <p:nvPr/>
          </p:nvSpPr>
          <p:spPr>
            <a:xfrm>
              <a:off x="1894163" y="4319402"/>
              <a:ext cx="33666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NFS</a:t>
              </a:r>
            </a:p>
          </p:txBody>
        </p:sp>
        <p:pic>
          <p:nvPicPr>
            <p:cNvPr id="139" name="Graphic 149">
              <a:extLst>
                <a:ext uri="{FF2B5EF4-FFF2-40B4-BE49-F238E27FC236}">
                  <a16:creationId xmlns:a16="http://schemas.microsoft.com/office/drawing/2014/main" id="{562F8058-58D6-4B20-AED2-CE18C4CE8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935718" y="4093301"/>
              <a:ext cx="228648" cy="228648"/>
            </a:xfrm>
            <a:prstGeom prst="rect">
              <a:avLst/>
            </a:prstGeom>
          </p:spPr>
        </p:pic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89CDB3F2-6609-47AC-A9B4-8F969A32A9B3}"/>
              </a:ext>
            </a:extLst>
          </p:cNvPr>
          <p:cNvGrpSpPr/>
          <p:nvPr/>
        </p:nvGrpSpPr>
        <p:grpSpPr>
          <a:xfrm>
            <a:off x="8751229" y="4988005"/>
            <a:ext cx="493851" cy="403986"/>
            <a:chOff x="7829052" y="4009061"/>
            <a:chExt cx="544289" cy="445246"/>
          </a:xfrm>
        </p:grpSpPr>
        <p:pic>
          <p:nvPicPr>
            <p:cNvPr id="141" name="Graphic 125">
              <a:extLst>
                <a:ext uri="{FF2B5EF4-FFF2-40B4-BE49-F238E27FC236}">
                  <a16:creationId xmlns:a16="http://schemas.microsoft.com/office/drawing/2014/main" id="{A9508E79-7FD0-47DB-9E9D-777B72AA0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979652" y="4009061"/>
              <a:ext cx="252000" cy="252000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4D5A56D-9F92-452D-A751-3D5532553985}"/>
                </a:ext>
              </a:extLst>
            </p:cNvPr>
            <p:cNvSpPr txBox="1"/>
            <p:nvPr/>
          </p:nvSpPr>
          <p:spPr>
            <a:xfrm>
              <a:off x="7829052" y="4250781"/>
              <a:ext cx="544289" cy="203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백업서버</a:t>
              </a:r>
              <a:endParaRPr kumimoji="0" 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B95882EF-066C-4ADD-8994-1C79E4BEF6DF}"/>
              </a:ext>
            </a:extLst>
          </p:cNvPr>
          <p:cNvGrpSpPr/>
          <p:nvPr/>
        </p:nvGrpSpPr>
        <p:grpSpPr>
          <a:xfrm>
            <a:off x="8117907" y="4983623"/>
            <a:ext cx="397115" cy="413314"/>
            <a:chOff x="3977059" y="4034964"/>
            <a:chExt cx="397115" cy="41331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931BB52-704D-46B6-99BC-A738006E7588}"/>
                </a:ext>
              </a:extLst>
            </p:cNvPr>
            <p:cNvSpPr txBox="1"/>
            <p:nvPr/>
          </p:nvSpPr>
          <p:spPr>
            <a:xfrm>
              <a:off x="3977059" y="4263612"/>
              <a:ext cx="39711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WAS2</a:t>
              </a:r>
            </a:p>
          </p:txBody>
        </p:sp>
        <p:pic>
          <p:nvPicPr>
            <p:cNvPr id="145" name="Graphic 145">
              <a:extLst>
                <a:ext uri="{FF2B5EF4-FFF2-40B4-BE49-F238E27FC236}">
                  <a16:creationId xmlns:a16="http://schemas.microsoft.com/office/drawing/2014/main" id="{396ADBDA-234F-4417-B707-7DFA7CCD0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4050282" y="4034964"/>
              <a:ext cx="228648" cy="228648"/>
            </a:xfrm>
            <a:prstGeom prst="rect">
              <a:avLst/>
            </a:prstGeom>
          </p:spPr>
        </p:pic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90B373D1-40C7-40C8-86D6-1DE176092417}"/>
              </a:ext>
            </a:extLst>
          </p:cNvPr>
          <p:cNvGrpSpPr/>
          <p:nvPr/>
        </p:nvGrpSpPr>
        <p:grpSpPr>
          <a:xfrm>
            <a:off x="5046054" y="3611554"/>
            <a:ext cx="583245" cy="447379"/>
            <a:chOff x="5227102" y="3613935"/>
            <a:chExt cx="583245" cy="447379"/>
          </a:xfrm>
        </p:grpSpPr>
        <p:pic>
          <p:nvPicPr>
            <p:cNvPr id="149" name="Graphic 8">
              <a:extLst>
                <a:ext uri="{FF2B5EF4-FFF2-40B4-BE49-F238E27FC236}">
                  <a16:creationId xmlns:a16="http://schemas.microsoft.com/office/drawing/2014/main" id="{F111C99E-1202-4C65-B32A-E26B793704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2329" y="3613935"/>
              <a:ext cx="277000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TextBox 19">
              <a:extLst>
                <a:ext uri="{FF2B5EF4-FFF2-40B4-BE49-F238E27FC236}">
                  <a16:creationId xmlns:a16="http://schemas.microsoft.com/office/drawing/2014/main" id="{4F357F72-6642-4F68-A234-84154C5B2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7102" y="3876648"/>
              <a:ext cx="58324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600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ALB</a:t>
              </a: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A4ABEBB7-4A31-4ADB-8AC9-C95E28589D73}"/>
              </a:ext>
            </a:extLst>
          </p:cNvPr>
          <p:cNvGrpSpPr/>
          <p:nvPr/>
        </p:nvGrpSpPr>
        <p:grpSpPr>
          <a:xfrm>
            <a:off x="5419446" y="3610307"/>
            <a:ext cx="583245" cy="444657"/>
            <a:chOff x="5676220" y="3616657"/>
            <a:chExt cx="583245" cy="444657"/>
          </a:xfrm>
        </p:grpSpPr>
        <p:pic>
          <p:nvPicPr>
            <p:cNvPr id="152" name="Graphic 24">
              <a:extLst>
                <a:ext uri="{FF2B5EF4-FFF2-40B4-BE49-F238E27FC236}">
                  <a16:creationId xmlns:a16="http://schemas.microsoft.com/office/drawing/2014/main" id="{1AD8652E-E5E3-4B09-AB2B-CFDE11E1BC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6140" y="3616657"/>
              <a:ext cx="277000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" name="TextBox 19">
              <a:extLst>
                <a:ext uri="{FF2B5EF4-FFF2-40B4-BE49-F238E27FC236}">
                  <a16:creationId xmlns:a16="http://schemas.microsoft.com/office/drawing/2014/main" id="{8F580D83-7B44-442E-9819-798D97E82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6220" y="3876648"/>
              <a:ext cx="58324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600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NLB_WEB</a:t>
              </a: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2887F539-29BD-4028-A748-067424A5CCA9}"/>
              </a:ext>
            </a:extLst>
          </p:cNvPr>
          <p:cNvGrpSpPr/>
          <p:nvPr/>
        </p:nvGrpSpPr>
        <p:grpSpPr>
          <a:xfrm>
            <a:off x="5837564" y="3608712"/>
            <a:ext cx="583245" cy="445076"/>
            <a:chOff x="6176610" y="3624587"/>
            <a:chExt cx="583245" cy="445076"/>
          </a:xfrm>
        </p:grpSpPr>
        <p:pic>
          <p:nvPicPr>
            <p:cNvPr id="155" name="Graphic 24">
              <a:extLst>
                <a:ext uri="{FF2B5EF4-FFF2-40B4-BE49-F238E27FC236}">
                  <a16:creationId xmlns:a16="http://schemas.microsoft.com/office/drawing/2014/main" id="{854FC747-45EC-411F-9F95-EFDF38D95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6673" y="3624587"/>
              <a:ext cx="277000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6" name="TextBox 19">
              <a:extLst>
                <a:ext uri="{FF2B5EF4-FFF2-40B4-BE49-F238E27FC236}">
                  <a16:creationId xmlns:a16="http://schemas.microsoft.com/office/drawing/2014/main" id="{67CEDC39-4549-4B75-96EB-8932D12FC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6610" y="3884997"/>
              <a:ext cx="58324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600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NLB_mmail</a:t>
              </a:r>
              <a:endParaRPr lang="en-US" altLang="en-US" sz="6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59" name="연결선: 꺾임 158">
            <a:extLst>
              <a:ext uri="{FF2B5EF4-FFF2-40B4-BE49-F238E27FC236}">
                <a16:creationId xmlns:a16="http://schemas.microsoft.com/office/drawing/2014/main" id="{D843B640-197F-4028-8C9A-5718C8FFA225}"/>
              </a:ext>
            </a:extLst>
          </p:cNvPr>
          <p:cNvCxnSpPr>
            <a:stCxn id="149" idx="0"/>
            <a:endCxn id="152" idx="0"/>
          </p:cNvCxnSpPr>
          <p:nvPr/>
        </p:nvCxnSpPr>
        <p:spPr>
          <a:xfrm rot="5400000" flipH="1" flipV="1">
            <a:off x="5528200" y="3421889"/>
            <a:ext cx="1247" cy="378085"/>
          </a:xfrm>
          <a:prstGeom prst="bentConnector3">
            <a:avLst>
              <a:gd name="adj1" fmla="val 18431997"/>
            </a:avLst>
          </a:prstGeom>
          <a:ln w="12700">
            <a:headEnd w="lg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09D58B5C-5BD5-46D0-A938-3EB35FAA40F4}"/>
              </a:ext>
            </a:extLst>
          </p:cNvPr>
          <p:cNvCxnSpPr>
            <a:cxnSpLocks/>
            <a:endCxn id="109" idx="2"/>
          </p:cNvCxnSpPr>
          <p:nvPr/>
        </p:nvCxnSpPr>
        <p:spPr>
          <a:xfrm flipV="1">
            <a:off x="5581499" y="2582015"/>
            <a:ext cx="0" cy="802807"/>
          </a:xfrm>
          <a:prstGeom prst="straightConnector1">
            <a:avLst/>
          </a:prstGeom>
          <a:ln w="12700">
            <a:headEnd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1" name="연결선: 꺾임 160">
            <a:extLst>
              <a:ext uri="{FF2B5EF4-FFF2-40B4-BE49-F238E27FC236}">
                <a16:creationId xmlns:a16="http://schemas.microsoft.com/office/drawing/2014/main" id="{66706DBE-5E6F-4B2A-ADFA-9D3B694E3BD9}"/>
              </a:ext>
            </a:extLst>
          </p:cNvPr>
          <p:cNvCxnSpPr>
            <a:cxnSpLocks/>
            <a:stCxn id="150" idx="2"/>
            <a:endCxn id="153" idx="2"/>
          </p:cNvCxnSpPr>
          <p:nvPr/>
        </p:nvCxnSpPr>
        <p:spPr>
          <a:xfrm rot="5400000" flipH="1" flipV="1">
            <a:off x="5522388" y="3870253"/>
            <a:ext cx="3969" cy="373392"/>
          </a:xfrm>
          <a:prstGeom prst="bentConnector3">
            <a:avLst>
              <a:gd name="adj1" fmla="val -5759637"/>
            </a:avLst>
          </a:prstGeom>
          <a:ln w="12700">
            <a:headEnd w="lg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7BEF6561-D21F-46C2-AA92-A97A8BF5FC3D}"/>
              </a:ext>
            </a:extLst>
          </p:cNvPr>
          <p:cNvCxnSpPr>
            <a:cxnSpLocks/>
            <a:endCxn id="111" idx="0"/>
          </p:cNvCxnSpPr>
          <p:nvPr/>
        </p:nvCxnSpPr>
        <p:spPr>
          <a:xfrm flipH="1">
            <a:off x="5579219" y="4282654"/>
            <a:ext cx="3888" cy="70307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5" name="Rectangle 43">
            <a:extLst>
              <a:ext uri="{FF2B5EF4-FFF2-40B4-BE49-F238E27FC236}">
                <a16:creationId xmlns:a16="http://schemas.microsoft.com/office/drawing/2014/main" id="{681EE9A6-FA6C-48CF-91F1-E1A8B1FBFFA3}"/>
              </a:ext>
            </a:extLst>
          </p:cNvPr>
          <p:cNvSpPr/>
          <p:nvPr/>
        </p:nvSpPr>
        <p:spPr>
          <a:xfrm rot="5400000">
            <a:off x="6750504" y="3769469"/>
            <a:ext cx="3118562" cy="339412"/>
          </a:xfrm>
          <a:prstGeom prst="rect">
            <a:avLst/>
          </a:prstGeom>
          <a:noFill/>
          <a:ln w="12700">
            <a:solidFill>
              <a:srgbClr val="D8661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D86613"/>
              </a:solidFill>
            </a:endParaRPr>
          </a:p>
          <a:p>
            <a:pPr algn="ctr"/>
            <a:endParaRPr lang="en-US" sz="1200" dirty="0">
              <a:solidFill>
                <a:srgbClr val="D86613"/>
              </a:solidFill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7C5A5F44-71BA-49AC-9056-D372DC2B8803}"/>
              </a:ext>
            </a:extLst>
          </p:cNvPr>
          <p:cNvCxnSpPr>
            <a:cxnSpLocks/>
            <a:stCxn id="165" idx="0"/>
          </p:cNvCxnSpPr>
          <p:nvPr/>
        </p:nvCxnSpPr>
        <p:spPr>
          <a:xfrm>
            <a:off x="8479491" y="3939175"/>
            <a:ext cx="1138869" cy="0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62E66659-9615-451F-9DF8-5499C32C4502}"/>
              </a:ext>
            </a:extLst>
          </p:cNvPr>
          <p:cNvCxnSpPr>
            <a:cxnSpLocks/>
            <a:endCxn id="138" idx="2"/>
          </p:cNvCxnSpPr>
          <p:nvPr/>
        </p:nvCxnSpPr>
        <p:spPr>
          <a:xfrm flipV="1">
            <a:off x="9618362" y="2851568"/>
            <a:ext cx="0" cy="1087607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8" name="연결선: 꺾임 167">
            <a:extLst>
              <a:ext uri="{FF2B5EF4-FFF2-40B4-BE49-F238E27FC236}">
                <a16:creationId xmlns:a16="http://schemas.microsoft.com/office/drawing/2014/main" id="{D83652DF-0297-4E24-8063-EC4E0B8D8BC6}"/>
              </a:ext>
            </a:extLst>
          </p:cNvPr>
          <p:cNvCxnSpPr>
            <a:cxnSpLocks/>
            <a:stCxn id="130" idx="0"/>
            <a:endCxn id="135" idx="0"/>
          </p:cNvCxnSpPr>
          <p:nvPr/>
        </p:nvCxnSpPr>
        <p:spPr>
          <a:xfrm rot="5400000" flipH="1" flipV="1">
            <a:off x="8771657" y="1987673"/>
            <a:ext cx="1088" cy="907345"/>
          </a:xfrm>
          <a:prstGeom prst="bentConnector3">
            <a:avLst>
              <a:gd name="adj1" fmla="val 21111029"/>
            </a:avLst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AE221FB6-A9BB-4A72-9944-DBCBDA85DA1E}"/>
              </a:ext>
            </a:extLst>
          </p:cNvPr>
          <p:cNvCxnSpPr>
            <a:cxnSpLocks/>
            <a:stCxn id="132" idx="0"/>
          </p:cNvCxnSpPr>
          <p:nvPr/>
        </p:nvCxnSpPr>
        <p:spPr>
          <a:xfrm flipV="1">
            <a:off x="8771108" y="2201424"/>
            <a:ext cx="0" cy="237334"/>
          </a:xfrm>
          <a:prstGeom prst="line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2CB50E99-F538-4AEB-97D8-41A21F62800E}"/>
              </a:ext>
            </a:extLst>
          </p:cNvPr>
          <p:cNvCxnSpPr>
            <a:cxnSpLocks/>
            <a:stCxn id="112" idx="2"/>
          </p:cNvCxnSpPr>
          <p:nvPr/>
        </p:nvCxnSpPr>
        <p:spPr>
          <a:xfrm rot="5400000" flipH="1" flipV="1">
            <a:off x="5075580" y="2538869"/>
            <a:ext cx="3333841" cy="2333243"/>
          </a:xfrm>
          <a:prstGeom prst="bentConnector3">
            <a:avLst>
              <a:gd name="adj1" fmla="val -6857"/>
            </a:avLst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F0C03C59-56F7-4ED4-9D08-D25F1BCEA216}"/>
              </a:ext>
            </a:extLst>
          </p:cNvPr>
          <p:cNvCxnSpPr>
            <a:cxnSpLocks/>
            <a:endCxn id="145" idx="1"/>
          </p:cNvCxnSpPr>
          <p:nvPr/>
        </p:nvCxnSpPr>
        <p:spPr>
          <a:xfrm>
            <a:off x="7909122" y="5097947"/>
            <a:ext cx="28200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B46D308B-D3CB-482C-9247-999749B32013}"/>
              </a:ext>
            </a:extLst>
          </p:cNvPr>
          <p:cNvCxnSpPr>
            <a:cxnSpLocks/>
            <a:stCxn id="108" idx="0"/>
          </p:cNvCxnSpPr>
          <p:nvPr/>
        </p:nvCxnSpPr>
        <p:spPr>
          <a:xfrm rot="5400000" flipH="1" flipV="1">
            <a:off x="7096315" y="530050"/>
            <a:ext cx="160403" cy="3182346"/>
          </a:xfrm>
          <a:prstGeom prst="bentConnector2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D37C74AB-7B80-4B7C-AC55-F0EFF44C4619}"/>
              </a:ext>
            </a:extLst>
          </p:cNvPr>
          <p:cNvCxnSpPr>
            <a:cxnSpLocks/>
          </p:cNvCxnSpPr>
          <p:nvPr/>
        </p:nvCxnSpPr>
        <p:spPr>
          <a:xfrm>
            <a:off x="8767828" y="2038182"/>
            <a:ext cx="3139" cy="175378"/>
          </a:xfrm>
          <a:prstGeom prst="straightConnector1">
            <a:avLst/>
          </a:prstGeom>
          <a:ln w="12700">
            <a:headEnd w="med" len="sm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4" name="연결선: 꺾임 173">
            <a:extLst>
              <a:ext uri="{FF2B5EF4-FFF2-40B4-BE49-F238E27FC236}">
                <a16:creationId xmlns:a16="http://schemas.microsoft.com/office/drawing/2014/main" id="{344876C0-A813-449C-8F0D-4634B1373AF6}"/>
              </a:ext>
            </a:extLst>
          </p:cNvPr>
          <p:cNvCxnSpPr>
            <a:cxnSpLocks/>
            <a:stCxn id="144" idx="2"/>
            <a:endCxn id="126" idx="2"/>
          </p:cNvCxnSpPr>
          <p:nvPr/>
        </p:nvCxnSpPr>
        <p:spPr>
          <a:xfrm rot="5400000" flipH="1" flipV="1">
            <a:off x="8200629" y="2735648"/>
            <a:ext cx="2777125" cy="2545454"/>
          </a:xfrm>
          <a:prstGeom prst="bentConnector3">
            <a:avLst>
              <a:gd name="adj1" fmla="val -8232"/>
            </a:avLst>
          </a:prstGeom>
          <a:ln w="127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7" name="연결선: 꺾임 176">
            <a:extLst>
              <a:ext uri="{FF2B5EF4-FFF2-40B4-BE49-F238E27FC236}">
                <a16:creationId xmlns:a16="http://schemas.microsoft.com/office/drawing/2014/main" id="{AFAD5C89-B260-49C0-A717-5F76427658EB}"/>
              </a:ext>
            </a:extLst>
          </p:cNvPr>
          <p:cNvCxnSpPr>
            <a:stCxn id="129" idx="2"/>
            <a:endCxn id="126" idx="2"/>
          </p:cNvCxnSpPr>
          <p:nvPr/>
        </p:nvCxnSpPr>
        <p:spPr>
          <a:xfrm rot="5400000" flipH="1" flipV="1">
            <a:off x="9482115" y="1466632"/>
            <a:ext cx="226624" cy="2532984"/>
          </a:xfrm>
          <a:prstGeom prst="bentConnector3">
            <a:avLst>
              <a:gd name="adj1" fmla="val -100872"/>
            </a:avLst>
          </a:prstGeom>
          <a:ln w="127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3E63BA8E-C6FD-4C8F-8DCD-B29C3A2405A8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8775104" y="2841878"/>
            <a:ext cx="0" cy="227077"/>
          </a:xfrm>
          <a:prstGeom prst="line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CFE4BFE4-F8D9-40AB-9DD2-D4E205AA9B7C}"/>
              </a:ext>
            </a:extLst>
          </p:cNvPr>
          <p:cNvCxnSpPr>
            <a:cxnSpLocks/>
            <a:stCxn id="136" idx="2"/>
          </p:cNvCxnSpPr>
          <p:nvPr/>
        </p:nvCxnSpPr>
        <p:spPr>
          <a:xfrm>
            <a:off x="9225407" y="2843506"/>
            <a:ext cx="623" cy="225449"/>
          </a:xfrm>
          <a:prstGeom prst="line">
            <a:avLst/>
          </a:prstGeom>
          <a:ln w="127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63E39067-BF62-4E5B-9E9B-0183ABDAF0AD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4356990" y="2564553"/>
            <a:ext cx="0" cy="11791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93EB0D41-04E3-4C70-BBB9-F4A995D799CD}"/>
              </a:ext>
            </a:extLst>
          </p:cNvPr>
          <p:cNvCxnSpPr>
            <a:cxnSpLocks/>
            <a:stCxn id="103" idx="0"/>
          </p:cNvCxnSpPr>
          <p:nvPr/>
        </p:nvCxnSpPr>
        <p:spPr>
          <a:xfrm flipV="1">
            <a:off x="3669124" y="3750054"/>
            <a:ext cx="12233" cy="11944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F5F90CDB-C705-42BB-ADBA-2B724B96822C}"/>
              </a:ext>
            </a:extLst>
          </p:cNvPr>
          <p:cNvCxnSpPr/>
          <p:nvPr/>
        </p:nvCxnSpPr>
        <p:spPr>
          <a:xfrm>
            <a:off x="3108149" y="282804"/>
            <a:ext cx="0" cy="432048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983D03C0-42C4-424B-A49E-629707FFEC0C}"/>
              </a:ext>
            </a:extLst>
          </p:cNvPr>
          <p:cNvSpPr txBox="1"/>
          <p:nvPr/>
        </p:nvSpPr>
        <p:spPr>
          <a:xfrm>
            <a:off x="3291929" y="330237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AS-IS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845B0272-6C3A-4A16-9CD5-80F9B6B23D94}"/>
              </a:ext>
            </a:extLst>
          </p:cNvPr>
          <p:cNvCxnSpPr/>
          <p:nvPr/>
        </p:nvCxnSpPr>
        <p:spPr>
          <a:xfrm>
            <a:off x="7481906" y="398834"/>
            <a:ext cx="1033116" cy="0"/>
          </a:xfrm>
          <a:prstGeom prst="line">
            <a:avLst/>
          </a:prstGeom>
          <a:ln w="127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45B336C1-8B39-4EEC-A218-F1FF411E7791}"/>
              </a:ext>
            </a:extLst>
          </p:cNvPr>
          <p:cNvCxnSpPr/>
          <p:nvPr/>
        </p:nvCxnSpPr>
        <p:spPr>
          <a:xfrm>
            <a:off x="7481906" y="612194"/>
            <a:ext cx="1033116" cy="0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66C71C41-8D27-44D5-92A5-1DDCFC5A69F9}"/>
              </a:ext>
            </a:extLst>
          </p:cNvPr>
          <p:cNvCxnSpPr/>
          <p:nvPr/>
        </p:nvCxnSpPr>
        <p:spPr>
          <a:xfrm>
            <a:off x="7481906" y="843842"/>
            <a:ext cx="1033116" cy="0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CCB61C25-3F42-484A-BE9A-A75219EB5804}"/>
              </a:ext>
            </a:extLst>
          </p:cNvPr>
          <p:cNvSpPr txBox="1"/>
          <p:nvPr/>
        </p:nvSpPr>
        <p:spPr>
          <a:xfrm>
            <a:off x="8630936" y="293697"/>
            <a:ext cx="9710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NFS 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스토리지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4EBC21E-A2B3-4CB3-86D6-2944791F76E5}"/>
              </a:ext>
            </a:extLst>
          </p:cNvPr>
          <p:cNvSpPr txBox="1"/>
          <p:nvPr/>
        </p:nvSpPr>
        <p:spPr>
          <a:xfrm>
            <a:off x="8630936" y="524093"/>
            <a:ext cx="9710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VPC 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769B822-B934-4D30-B3DF-E2EEC77C036F}"/>
              </a:ext>
            </a:extLst>
          </p:cNvPr>
          <p:cNvSpPr txBox="1"/>
          <p:nvPr/>
        </p:nvSpPr>
        <p:spPr>
          <a:xfrm>
            <a:off x="8614060" y="743814"/>
            <a:ext cx="9710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 통신</a:t>
            </a: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15D4B5E6-D2DC-4805-8515-C7909D688F06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355975" y="2313200"/>
            <a:ext cx="224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DA8F01EE-8BBB-4013-9750-7F17EA163CCF}"/>
              </a:ext>
            </a:extLst>
          </p:cNvPr>
          <p:cNvCxnSpPr>
            <a:cxnSpLocks/>
            <a:stCxn id="156" idx="2"/>
            <a:endCxn id="114" idx="0"/>
          </p:cNvCxnSpPr>
          <p:nvPr/>
        </p:nvCxnSpPr>
        <p:spPr>
          <a:xfrm flipH="1">
            <a:off x="6119573" y="4053788"/>
            <a:ext cx="9614" cy="9226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4358C4CF-585C-4BC0-A617-E0DDF5CF605B}"/>
              </a:ext>
            </a:extLst>
          </p:cNvPr>
          <p:cNvGrpSpPr/>
          <p:nvPr/>
        </p:nvGrpSpPr>
        <p:grpSpPr>
          <a:xfrm>
            <a:off x="6225644" y="3608712"/>
            <a:ext cx="583245" cy="445076"/>
            <a:chOff x="6176610" y="3624587"/>
            <a:chExt cx="583245" cy="445076"/>
          </a:xfrm>
        </p:grpSpPr>
        <p:pic>
          <p:nvPicPr>
            <p:cNvPr id="196" name="Graphic 24">
              <a:extLst>
                <a:ext uri="{FF2B5EF4-FFF2-40B4-BE49-F238E27FC236}">
                  <a16:creationId xmlns:a16="http://schemas.microsoft.com/office/drawing/2014/main" id="{207CBB2C-6E57-44DF-A4DB-6A58D1EA70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6673" y="3624587"/>
              <a:ext cx="277000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TextBox 19">
              <a:extLst>
                <a:ext uri="{FF2B5EF4-FFF2-40B4-BE49-F238E27FC236}">
                  <a16:creationId xmlns:a16="http://schemas.microsoft.com/office/drawing/2014/main" id="{C443C0CE-D495-4CA4-9DE9-B9FBF8442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6610" y="3884997"/>
              <a:ext cx="58324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600" dirty="0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NLB_SPAM</a:t>
              </a:r>
            </a:p>
          </p:txBody>
        </p:sp>
      </p:grp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1E85E51F-0363-4454-8ED0-108D50CD234F}"/>
              </a:ext>
            </a:extLst>
          </p:cNvPr>
          <p:cNvCxnSpPr>
            <a:cxnSpLocks/>
            <a:stCxn id="196" idx="0"/>
          </p:cNvCxnSpPr>
          <p:nvPr/>
        </p:nvCxnSpPr>
        <p:spPr>
          <a:xfrm flipH="1" flipV="1">
            <a:off x="6523494" y="2622991"/>
            <a:ext cx="713" cy="9857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1" name="Graphic 13">
            <a:extLst>
              <a:ext uri="{FF2B5EF4-FFF2-40B4-BE49-F238E27FC236}">
                <a16:creationId xmlns:a16="http://schemas.microsoft.com/office/drawing/2014/main" id="{61051310-8293-42AF-B557-1174463C995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149918" y="5679236"/>
            <a:ext cx="205702" cy="205702"/>
          </a:xfrm>
          <a:prstGeom prst="rect">
            <a:avLst/>
          </a:prstGeom>
        </p:spPr>
      </p:pic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7E83448C-D996-47A1-8097-CA26AD054925}"/>
              </a:ext>
            </a:extLst>
          </p:cNvPr>
          <p:cNvGrpSpPr/>
          <p:nvPr/>
        </p:nvGrpSpPr>
        <p:grpSpPr>
          <a:xfrm>
            <a:off x="3968788" y="5004974"/>
            <a:ext cx="489705" cy="395102"/>
            <a:chOff x="5211266" y="3349884"/>
            <a:chExt cx="539720" cy="435454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636E193-AD3E-4A48-97C0-E14EBDB6C63F}"/>
                </a:ext>
              </a:extLst>
            </p:cNvPr>
            <p:cNvSpPr txBox="1"/>
            <p:nvPr/>
          </p:nvSpPr>
          <p:spPr>
            <a:xfrm>
              <a:off x="5211266" y="3581812"/>
              <a:ext cx="539720" cy="203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APMA</a:t>
              </a:r>
              <a:endParaRPr kumimoji="0"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05" name="Graphic 149">
              <a:extLst>
                <a:ext uri="{FF2B5EF4-FFF2-40B4-BE49-F238E27FC236}">
                  <a16:creationId xmlns:a16="http://schemas.microsoft.com/office/drawing/2014/main" id="{4CAAB9DF-32B3-428D-ACA7-F814FC8EA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5268450" y="3349884"/>
              <a:ext cx="252000" cy="252000"/>
            </a:xfrm>
            <a:prstGeom prst="rect">
              <a:avLst/>
            </a:prstGeom>
          </p:spPr>
        </p:pic>
      </p:grp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13B13C21-B83E-42C7-A23E-6D1D9A36D218}"/>
              </a:ext>
            </a:extLst>
          </p:cNvPr>
          <p:cNvCxnSpPr>
            <a:cxnSpLocks/>
          </p:cNvCxnSpPr>
          <p:nvPr/>
        </p:nvCxnSpPr>
        <p:spPr>
          <a:xfrm>
            <a:off x="4139800" y="3743659"/>
            <a:ext cx="0" cy="123996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5FBA9FFA-182E-481B-BB03-03B295B4C811}"/>
              </a:ext>
            </a:extLst>
          </p:cNvPr>
          <p:cNvGrpSpPr/>
          <p:nvPr/>
        </p:nvGrpSpPr>
        <p:grpSpPr>
          <a:xfrm>
            <a:off x="417495" y="2925898"/>
            <a:ext cx="1152535" cy="988594"/>
            <a:chOff x="412314" y="3866210"/>
            <a:chExt cx="1152535" cy="988594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1145D122-D4A9-4685-A4FD-EE47B53ADB4E}"/>
                </a:ext>
              </a:extLst>
            </p:cNvPr>
            <p:cNvSpPr txBox="1"/>
            <p:nvPr/>
          </p:nvSpPr>
          <p:spPr>
            <a:xfrm>
              <a:off x="669069" y="3866210"/>
              <a:ext cx="895780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b="1" dirty="0" err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mazon Ember" panose="020B0603020204020204" pitchFamily="34" charset="0"/>
                </a:rPr>
                <a:t>더존클라우드</a:t>
              </a:r>
              <a:endParaRPr kumimoji="0" 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mazon Ember" panose="020B0603020204020204" pitchFamily="34" charset="0"/>
              </a:endParaRPr>
            </a:p>
          </p:txBody>
        </p: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886B2FC6-B31B-4FCE-A8AC-2498F73B4F13}"/>
                </a:ext>
              </a:extLst>
            </p:cNvPr>
            <p:cNvGrpSpPr/>
            <p:nvPr/>
          </p:nvGrpSpPr>
          <p:grpSpPr>
            <a:xfrm>
              <a:off x="412314" y="3874072"/>
              <a:ext cx="938480" cy="980732"/>
              <a:chOff x="10606212" y="2345801"/>
              <a:chExt cx="686187" cy="968293"/>
            </a:xfrm>
          </p:grpSpPr>
          <p:pic>
            <p:nvPicPr>
              <p:cNvPr id="207" name="Graphic 37">
                <a:extLst>
                  <a:ext uri="{FF2B5EF4-FFF2-40B4-BE49-F238E27FC236}">
                    <a16:creationId xmlns:a16="http://schemas.microsoft.com/office/drawing/2014/main" id="{DD6F3963-A5F1-4219-B995-49D9D515C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782738" y="2606810"/>
                <a:ext cx="307973" cy="386637"/>
              </a:xfrm>
              <a:prstGeom prst="rect">
                <a:avLst/>
              </a:prstGeom>
            </p:spPr>
          </p:pic>
          <p:sp>
            <p:nvSpPr>
              <p:cNvPr id="208" name="Rectangle 100">
                <a:extLst>
                  <a:ext uri="{FF2B5EF4-FFF2-40B4-BE49-F238E27FC236}">
                    <a16:creationId xmlns:a16="http://schemas.microsoft.com/office/drawing/2014/main" id="{24D2D71D-DA98-4CF2-8A88-023A69E24FD5}"/>
                  </a:ext>
                </a:extLst>
              </p:cNvPr>
              <p:cNvSpPr/>
              <p:nvPr/>
            </p:nvSpPr>
            <p:spPr>
              <a:xfrm>
                <a:off x="10610352" y="2345801"/>
                <a:ext cx="682047" cy="968293"/>
              </a:xfrm>
              <a:prstGeom prst="rect">
                <a:avLst/>
              </a:prstGeom>
              <a:noFill/>
              <a:ln w="12700" cap="flat" cmpd="sng" algn="ctr">
                <a:solidFill>
                  <a:srgbClr val="5A6B86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sz="1100" kern="0" dirty="0">
                  <a:solidFill>
                    <a:srgbClr val="5A6B8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9" name="Graphic 19">
                <a:extLst>
                  <a:ext uri="{FF2B5EF4-FFF2-40B4-BE49-F238E27FC236}">
                    <a16:creationId xmlns:a16="http://schemas.microsoft.com/office/drawing/2014/main" id="{22D235F4-D2ED-42D2-BCD0-8EE0582C4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06212" y="2355852"/>
                <a:ext cx="186029" cy="188012"/>
              </a:xfrm>
              <a:prstGeom prst="rect">
                <a:avLst/>
              </a:prstGeom>
            </p:spPr>
          </p:pic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3D2E5F85-3222-4C30-BC13-F897B918DF84}"/>
                  </a:ext>
                </a:extLst>
              </p:cNvPr>
              <p:cNvSpPr txBox="1"/>
              <p:nvPr/>
            </p:nvSpPr>
            <p:spPr>
              <a:xfrm>
                <a:off x="10810952" y="2960496"/>
                <a:ext cx="337466" cy="27348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6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그룹웨어</a:t>
                </a:r>
                <a:r>
                  <a:rPr lang="en-US" altLang="ko-KR" sz="6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</a:t>
                </a: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6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메일서버</a:t>
                </a:r>
                <a:endParaRPr kumimoji="0" lang="en-US" sz="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9B6CA340-A78B-4A57-8220-76C95EEC1BEB}"/>
              </a:ext>
            </a:extLst>
          </p:cNvPr>
          <p:cNvCxnSpPr>
            <a:cxnSpLocks/>
            <a:stCxn id="208" idx="3"/>
          </p:cNvCxnSpPr>
          <p:nvPr/>
        </p:nvCxnSpPr>
        <p:spPr>
          <a:xfrm>
            <a:off x="1355975" y="3424126"/>
            <a:ext cx="238203" cy="48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37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Freeform 32"/>
          <p:cNvSpPr>
            <a:spLocks/>
          </p:cNvSpPr>
          <p:nvPr/>
        </p:nvSpPr>
        <p:spPr bwMode="auto">
          <a:xfrm>
            <a:off x="3874451" y="419100"/>
            <a:ext cx="7852016" cy="6263641"/>
          </a:xfrm>
          <a:custGeom>
            <a:avLst/>
            <a:gdLst>
              <a:gd name="T0" fmla="*/ 2147483646 w 5680"/>
              <a:gd name="T1" fmla="*/ 2147483646 h 7013"/>
              <a:gd name="T2" fmla="*/ 2147483646 w 5680"/>
              <a:gd name="T3" fmla="*/ 2147483646 h 7013"/>
              <a:gd name="T4" fmla="*/ 53812942 w 5680"/>
              <a:gd name="T5" fmla="*/ 2147483646 h 7013"/>
              <a:gd name="T6" fmla="*/ 0 w 5680"/>
              <a:gd name="T7" fmla="*/ 2147483646 h 7013"/>
              <a:gd name="T8" fmla="*/ 0 w 5680"/>
              <a:gd name="T9" fmla="*/ 53838383 h 7013"/>
              <a:gd name="T10" fmla="*/ 53812942 w 5680"/>
              <a:gd name="T11" fmla="*/ 0 h 7013"/>
              <a:gd name="T12" fmla="*/ 2147483646 w 5680"/>
              <a:gd name="T13" fmla="*/ 0 h 7013"/>
              <a:gd name="T14" fmla="*/ 2147483646 w 5680"/>
              <a:gd name="T15" fmla="*/ 53838383 h 7013"/>
              <a:gd name="T16" fmla="*/ 2147483646 w 5680"/>
              <a:gd name="T17" fmla="*/ 2147483646 h 7013"/>
              <a:gd name="T18" fmla="*/ 2147483646 w 5680"/>
              <a:gd name="T19" fmla="*/ 2147483646 h 7013"/>
              <a:gd name="T20" fmla="*/ 2147483646 w 5680"/>
              <a:gd name="T21" fmla="*/ 2147483646 h 701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80" h="7013">
                <a:moveTo>
                  <a:pt x="5680" y="6893"/>
                </a:moveTo>
                <a:cubicBezTo>
                  <a:pt x="5680" y="6973"/>
                  <a:pt x="5640" y="7013"/>
                  <a:pt x="5560" y="7013"/>
                </a:cubicBezTo>
                <a:lnTo>
                  <a:pt x="120" y="7013"/>
                </a:lnTo>
                <a:cubicBezTo>
                  <a:pt x="40" y="7013"/>
                  <a:pt x="0" y="6973"/>
                  <a:pt x="0" y="6893"/>
                </a:cubicBezTo>
                <a:lnTo>
                  <a:pt x="0" y="120"/>
                </a:lnTo>
                <a:cubicBezTo>
                  <a:pt x="0" y="40"/>
                  <a:pt x="40" y="0"/>
                  <a:pt x="120" y="0"/>
                </a:cubicBezTo>
                <a:lnTo>
                  <a:pt x="5560" y="0"/>
                </a:lnTo>
                <a:cubicBezTo>
                  <a:pt x="5640" y="0"/>
                  <a:pt x="5680" y="40"/>
                  <a:pt x="5680" y="120"/>
                </a:cubicBezTo>
                <a:lnTo>
                  <a:pt x="5680" y="6893"/>
                </a:lnTo>
                <a:close/>
              </a:path>
            </a:pathLst>
          </a:custGeom>
          <a:noFill/>
          <a:ln w="535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2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573" y="233758"/>
            <a:ext cx="473691" cy="309215"/>
          </a:xfrm>
          <a:prstGeom prst="rect">
            <a:avLst/>
          </a:prstGeom>
        </p:spPr>
      </p:pic>
      <p:sp>
        <p:nvSpPr>
          <p:cNvPr id="424" name="Rounded Rectangle 6"/>
          <p:cNvSpPr/>
          <p:nvPr/>
        </p:nvSpPr>
        <p:spPr>
          <a:xfrm>
            <a:off x="173302" y="962306"/>
            <a:ext cx="420778" cy="315318"/>
          </a:xfrm>
          <a:prstGeom prst="roundRect">
            <a:avLst>
              <a:gd name="adj" fmla="val 9818"/>
            </a:avLst>
          </a:prstGeom>
          <a:noFill/>
          <a:ln w="1905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425" name="TextBox 32"/>
          <p:cNvSpPr txBox="1">
            <a:spLocks noChangeArrowheads="1"/>
          </p:cNvSpPr>
          <p:nvPr/>
        </p:nvSpPr>
        <p:spPr bwMode="auto">
          <a:xfrm>
            <a:off x="465533" y="993695"/>
            <a:ext cx="155733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302020204030204"/>
                <a:ea typeface="Verdana" pitchFamily="34" charset="0"/>
                <a:cs typeface="Helvetica Neue"/>
              </a:rPr>
              <a:t>Availability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맑은 고딕" panose="020F0302020204030204"/>
                <a:ea typeface="Verdana" pitchFamily="34" charset="0"/>
                <a:cs typeface="Helvetica Neue"/>
              </a:rPr>
              <a:t> Zone</a:t>
            </a:r>
          </a:p>
        </p:txBody>
      </p:sp>
      <p:sp>
        <p:nvSpPr>
          <p:cNvPr id="426" name="Rounded Rectangle 21"/>
          <p:cNvSpPr/>
          <p:nvPr/>
        </p:nvSpPr>
        <p:spPr>
          <a:xfrm>
            <a:off x="214985" y="1498070"/>
            <a:ext cx="379096" cy="344931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pic>
        <p:nvPicPr>
          <p:cNvPr id="427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27" y="1410643"/>
            <a:ext cx="145084" cy="162153"/>
          </a:xfrm>
          <a:prstGeom prst="rect">
            <a:avLst/>
          </a:prstGeom>
        </p:spPr>
      </p:pic>
      <p:sp>
        <p:nvSpPr>
          <p:cNvPr id="428" name="TextBox 37"/>
          <p:cNvSpPr txBox="1">
            <a:spLocks noChangeArrowheads="1"/>
          </p:cNvSpPr>
          <p:nvPr/>
        </p:nvSpPr>
        <p:spPr bwMode="auto">
          <a:xfrm>
            <a:off x="289045" y="1546774"/>
            <a:ext cx="155575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Verdana" pitchFamily="34" charset="0"/>
                <a:cs typeface="Helvetica Neue"/>
              </a:rPr>
              <a:t>VPC subnet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723095" y="4800451"/>
            <a:ext cx="636547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Classic 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Load Balancer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pic>
        <p:nvPicPr>
          <p:cNvPr id="430" name="Picture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5" y="4658104"/>
            <a:ext cx="435040" cy="452100"/>
          </a:xfrm>
          <a:prstGeom prst="rect">
            <a:avLst/>
          </a:prstGeom>
        </p:spPr>
      </p:pic>
      <p:sp>
        <p:nvSpPr>
          <p:cNvPr id="437" name="TextBox 436"/>
          <p:cNvSpPr txBox="1"/>
          <p:nvPr/>
        </p:nvSpPr>
        <p:spPr>
          <a:xfrm>
            <a:off x="220060" y="347485"/>
            <a:ext cx="2862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구성도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45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5013" y="5324316"/>
            <a:ext cx="231948" cy="278338"/>
          </a:xfrm>
          <a:prstGeom prst="rect">
            <a:avLst/>
          </a:prstGeom>
        </p:spPr>
      </p:pic>
      <p:sp>
        <p:nvSpPr>
          <p:cNvPr id="446" name="TextBox 445"/>
          <p:cNvSpPr txBox="1"/>
          <p:nvPr/>
        </p:nvSpPr>
        <p:spPr>
          <a:xfrm>
            <a:off x="10928847" y="5670682"/>
            <a:ext cx="706907" cy="166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Amazon S3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pic>
        <p:nvPicPr>
          <p:cNvPr id="451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152" y="5963189"/>
            <a:ext cx="149348" cy="282976"/>
          </a:xfrm>
          <a:prstGeom prst="rect">
            <a:avLst/>
          </a:prstGeom>
        </p:spPr>
      </p:pic>
      <p:sp>
        <p:nvSpPr>
          <p:cNvPr id="452" name="TextBox 451"/>
          <p:cNvSpPr txBox="1"/>
          <p:nvPr/>
        </p:nvSpPr>
        <p:spPr>
          <a:xfrm>
            <a:off x="11029381" y="6326446"/>
            <a:ext cx="533495" cy="1667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IAM</a:t>
            </a:r>
          </a:p>
        </p:txBody>
      </p:sp>
      <p:pic>
        <p:nvPicPr>
          <p:cNvPr id="460" name="Picture 4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688" y="66237"/>
            <a:ext cx="225933" cy="218402"/>
          </a:xfrm>
          <a:prstGeom prst="rect">
            <a:avLst/>
          </a:prstGeom>
        </p:spPr>
      </p:pic>
      <p:pic>
        <p:nvPicPr>
          <p:cNvPr id="465" name="Picture 4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45" y="6270808"/>
            <a:ext cx="418631" cy="404677"/>
          </a:xfrm>
          <a:prstGeom prst="rect">
            <a:avLst/>
          </a:prstGeom>
        </p:spPr>
      </p:pic>
      <p:sp>
        <p:nvSpPr>
          <p:cNvPr id="466" name="TextBox 465"/>
          <p:cNvSpPr txBox="1"/>
          <p:nvPr/>
        </p:nvSpPr>
        <p:spPr>
          <a:xfrm>
            <a:off x="591306" y="6361324"/>
            <a:ext cx="899740" cy="266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Users</a:t>
            </a:r>
          </a:p>
        </p:txBody>
      </p:sp>
      <p:sp>
        <p:nvSpPr>
          <p:cNvPr id="467" name="Rounded Rectangle 6"/>
          <p:cNvSpPr/>
          <p:nvPr/>
        </p:nvSpPr>
        <p:spPr>
          <a:xfrm>
            <a:off x="4223568" y="1053831"/>
            <a:ext cx="2848791" cy="5530226"/>
          </a:xfrm>
          <a:prstGeom prst="roundRect">
            <a:avLst>
              <a:gd name="adj" fmla="val 9818"/>
            </a:avLst>
          </a:prstGeom>
          <a:noFill/>
          <a:ln w="1270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469" name="TextBox 468"/>
          <p:cNvSpPr txBox="1"/>
          <p:nvPr/>
        </p:nvSpPr>
        <p:spPr>
          <a:xfrm>
            <a:off x="4429835" y="800837"/>
            <a:ext cx="779390" cy="24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A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1" name="Rounded Rectangle 21"/>
          <p:cNvSpPr/>
          <p:nvPr/>
        </p:nvSpPr>
        <p:spPr>
          <a:xfrm rot="16200000">
            <a:off x="5120188" y="2316874"/>
            <a:ext cx="1096544" cy="2622847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grpSp>
        <p:nvGrpSpPr>
          <p:cNvPr id="474" name="그룹 473"/>
          <p:cNvGrpSpPr/>
          <p:nvPr/>
        </p:nvGrpSpPr>
        <p:grpSpPr>
          <a:xfrm>
            <a:off x="6312588" y="1623279"/>
            <a:ext cx="536049" cy="383578"/>
            <a:chOff x="442057" y="3966668"/>
            <a:chExt cx="640080" cy="434327"/>
          </a:xfrm>
        </p:grpSpPr>
        <p:pic>
          <p:nvPicPr>
            <p:cNvPr id="478" name="Picture 6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3" y="3966668"/>
              <a:ext cx="418815" cy="434327"/>
            </a:xfrm>
            <a:prstGeom prst="rect">
              <a:avLst/>
            </a:prstGeom>
          </p:spPr>
        </p:pic>
        <p:sp>
          <p:nvSpPr>
            <p:cNvPr id="479" name="TextBox 478"/>
            <p:cNvSpPr txBox="1"/>
            <p:nvPr/>
          </p:nvSpPr>
          <p:spPr>
            <a:xfrm>
              <a:off x="442057" y="4022869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web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01</a:t>
              </a:r>
            </a:p>
          </p:txBody>
        </p:sp>
      </p:grpSp>
      <p:sp>
        <p:nvSpPr>
          <p:cNvPr id="481" name="Rounded Rectangle 21"/>
          <p:cNvSpPr/>
          <p:nvPr/>
        </p:nvSpPr>
        <p:spPr>
          <a:xfrm rot="16200000">
            <a:off x="8519551" y="2178331"/>
            <a:ext cx="1082011" cy="2887123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4435643" y="2836975"/>
            <a:ext cx="856876" cy="24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Private A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9737945" y="2849314"/>
            <a:ext cx="805644" cy="24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Private C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9" name="TextBox 528"/>
          <p:cNvSpPr txBox="1"/>
          <p:nvPr/>
        </p:nvSpPr>
        <p:spPr>
          <a:xfrm>
            <a:off x="633800" y="5872027"/>
            <a:ext cx="1011432" cy="232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VPN Gateway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531" name="TextBox 530"/>
          <p:cNvSpPr txBox="1"/>
          <p:nvPr/>
        </p:nvSpPr>
        <p:spPr>
          <a:xfrm>
            <a:off x="7949815" y="3981675"/>
            <a:ext cx="2551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kosmos-pri-subnet-02 (192.168.245.0/24)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7" name="TextBox 546"/>
          <p:cNvSpPr txBox="1"/>
          <p:nvPr/>
        </p:nvSpPr>
        <p:spPr>
          <a:xfrm>
            <a:off x="4517666" y="3989905"/>
            <a:ext cx="28487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kosmos-pri-subnet-01 (192.168.242.0/24)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9" name="TextBox 558"/>
          <p:cNvSpPr txBox="1"/>
          <p:nvPr/>
        </p:nvSpPr>
        <p:spPr>
          <a:xfrm>
            <a:off x="4116997" y="161433"/>
            <a:ext cx="20495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kosmos-vpc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(192.168.240.0/20)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74" name="그룹 10"/>
          <p:cNvGrpSpPr>
            <a:grpSpLocks/>
          </p:cNvGrpSpPr>
          <p:nvPr/>
        </p:nvGrpSpPr>
        <p:grpSpPr bwMode="auto">
          <a:xfrm>
            <a:off x="7154878" y="47873"/>
            <a:ext cx="274001" cy="332618"/>
            <a:chOff x="1819275" y="2519363"/>
            <a:chExt cx="319088" cy="387350"/>
          </a:xfrm>
        </p:grpSpPr>
        <p:sp>
          <p:nvSpPr>
            <p:cNvPr id="575" name="Freeform 51"/>
            <p:cNvSpPr>
              <a:spLocks noChangeArrowheads="1"/>
            </p:cNvSpPr>
            <p:nvPr/>
          </p:nvSpPr>
          <p:spPr bwMode="auto">
            <a:xfrm>
              <a:off x="1979613" y="2519363"/>
              <a:ext cx="66675" cy="387350"/>
            </a:xfrm>
            <a:custGeom>
              <a:avLst/>
              <a:gdLst>
                <a:gd name="T0" fmla="*/ 44455556 w 100"/>
                <a:gd name="T1" fmla="*/ 237874594 h 576"/>
                <a:gd name="T2" fmla="*/ 0 w 100"/>
                <a:gd name="T3" fmla="*/ 260486150 h 576"/>
                <a:gd name="T4" fmla="*/ 0 w 100"/>
                <a:gd name="T5" fmla="*/ 0 h 576"/>
                <a:gd name="T6" fmla="*/ 44455556 w 100"/>
                <a:gd name="T7" fmla="*/ 22611556 h 576"/>
                <a:gd name="T8" fmla="*/ 44455556 w 100"/>
                <a:gd name="T9" fmla="*/ 237874594 h 576"/>
                <a:gd name="T10" fmla="*/ 44455556 w 100"/>
                <a:gd name="T11" fmla="*/ 237874594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576">
                  <a:moveTo>
                    <a:pt x="100" y="52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100" y="50"/>
                  </a:lnTo>
                  <a:lnTo>
                    <a:pt x="100" y="526"/>
                  </a:lnTo>
                  <a:close/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6" name="Freeform 52"/>
            <p:cNvSpPr>
              <a:spLocks noChangeArrowheads="1"/>
            </p:cNvSpPr>
            <p:nvPr/>
          </p:nvSpPr>
          <p:spPr bwMode="auto">
            <a:xfrm>
              <a:off x="1911350" y="2519363"/>
              <a:ext cx="68263" cy="387350"/>
            </a:xfrm>
            <a:custGeom>
              <a:avLst/>
              <a:gdLst>
                <a:gd name="T0" fmla="*/ 0 w 100"/>
                <a:gd name="T1" fmla="*/ 237874594 h 576"/>
                <a:gd name="T2" fmla="*/ 46598372 w 100"/>
                <a:gd name="T3" fmla="*/ 260486150 h 576"/>
                <a:gd name="T4" fmla="*/ 46598372 w 100"/>
                <a:gd name="T5" fmla="*/ 0 h 576"/>
                <a:gd name="T6" fmla="*/ 0 w 100"/>
                <a:gd name="T7" fmla="*/ 22611556 h 576"/>
                <a:gd name="T8" fmla="*/ 0 w 100"/>
                <a:gd name="T9" fmla="*/ 237874594 h 576"/>
                <a:gd name="T10" fmla="*/ 0 w 100"/>
                <a:gd name="T11" fmla="*/ 237874594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576">
                  <a:moveTo>
                    <a:pt x="0" y="526"/>
                  </a:moveTo>
                  <a:lnTo>
                    <a:pt x="100" y="576"/>
                  </a:lnTo>
                  <a:lnTo>
                    <a:pt x="100" y="0"/>
                  </a:lnTo>
                  <a:lnTo>
                    <a:pt x="0" y="50"/>
                  </a:lnTo>
                  <a:lnTo>
                    <a:pt x="0" y="526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7" name="Freeform 53"/>
            <p:cNvSpPr>
              <a:spLocks noChangeArrowheads="1"/>
            </p:cNvSpPr>
            <p:nvPr/>
          </p:nvSpPr>
          <p:spPr bwMode="auto">
            <a:xfrm>
              <a:off x="1839913" y="2589213"/>
              <a:ext cx="114300" cy="71437"/>
            </a:xfrm>
            <a:custGeom>
              <a:avLst/>
              <a:gdLst>
                <a:gd name="T0" fmla="*/ 76849941 w 170"/>
                <a:gd name="T1" fmla="*/ 48602333 h 105"/>
                <a:gd name="T2" fmla="*/ 0 w 170"/>
                <a:gd name="T3" fmla="*/ 38418819 h 105"/>
                <a:gd name="T4" fmla="*/ 0 w 170"/>
                <a:gd name="T5" fmla="*/ 0 h 105"/>
                <a:gd name="T6" fmla="*/ 76849941 w 170"/>
                <a:gd name="T7" fmla="*/ 18052470 h 105"/>
                <a:gd name="T8" fmla="*/ 76849941 w 170"/>
                <a:gd name="T9" fmla="*/ 48602333 h 105"/>
                <a:gd name="T10" fmla="*/ 76849941 w 170"/>
                <a:gd name="T11" fmla="*/ 48602333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0" h="105">
                  <a:moveTo>
                    <a:pt x="170" y="105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170" y="39"/>
                  </a:lnTo>
                  <a:lnTo>
                    <a:pt x="170" y="105"/>
                  </a:lnTo>
                  <a:close/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8" name="Freeform 54"/>
            <p:cNvSpPr>
              <a:spLocks noChangeArrowheads="1"/>
            </p:cNvSpPr>
            <p:nvPr/>
          </p:nvSpPr>
          <p:spPr bwMode="auto">
            <a:xfrm>
              <a:off x="2005013" y="2622550"/>
              <a:ext cx="112712" cy="65088"/>
            </a:xfrm>
            <a:custGeom>
              <a:avLst/>
              <a:gdLst>
                <a:gd name="T0" fmla="*/ 74729382 w 170"/>
                <a:gd name="T1" fmla="*/ 0 h 98"/>
                <a:gd name="T2" fmla="*/ 0 w 170"/>
                <a:gd name="T3" fmla="*/ 12792449 h 98"/>
                <a:gd name="T4" fmla="*/ 0 w 170"/>
                <a:gd name="T5" fmla="*/ 43229059 h 98"/>
                <a:gd name="T6" fmla="*/ 74729382 w 170"/>
                <a:gd name="T7" fmla="*/ 38376682 h 98"/>
                <a:gd name="T8" fmla="*/ 74729382 w 170"/>
                <a:gd name="T9" fmla="*/ 0 h 98"/>
                <a:gd name="T10" fmla="*/ 74729382 w 170"/>
                <a:gd name="T11" fmla="*/ 0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0" h="98">
                  <a:moveTo>
                    <a:pt x="170" y="0"/>
                  </a:moveTo>
                  <a:lnTo>
                    <a:pt x="0" y="29"/>
                  </a:lnTo>
                  <a:lnTo>
                    <a:pt x="0" y="98"/>
                  </a:lnTo>
                  <a:lnTo>
                    <a:pt x="170" y="87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9" name="Freeform 55"/>
            <p:cNvSpPr>
              <a:spLocks noChangeArrowheads="1"/>
            </p:cNvSpPr>
            <p:nvPr/>
          </p:nvSpPr>
          <p:spPr bwMode="auto">
            <a:xfrm>
              <a:off x="2117725" y="2622550"/>
              <a:ext cx="20638" cy="60325"/>
            </a:xfrm>
            <a:custGeom>
              <a:avLst/>
              <a:gdLst>
                <a:gd name="T0" fmla="*/ 14197568 w 30"/>
                <a:gd name="T1" fmla="*/ 39990172 h 91"/>
                <a:gd name="T2" fmla="*/ 0 w 30"/>
                <a:gd name="T3" fmla="*/ 38232129 h 91"/>
                <a:gd name="T4" fmla="*/ 0 w 30"/>
                <a:gd name="T5" fmla="*/ 0 h 91"/>
                <a:gd name="T6" fmla="*/ 14197568 w 30"/>
                <a:gd name="T7" fmla="*/ 4833955 h 91"/>
                <a:gd name="T8" fmla="*/ 14197568 w 30"/>
                <a:gd name="T9" fmla="*/ 39990172 h 91"/>
                <a:gd name="T10" fmla="*/ 14197568 w 30"/>
                <a:gd name="T11" fmla="*/ 39990172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91">
                  <a:moveTo>
                    <a:pt x="30" y="91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30" y="11"/>
                  </a:lnTo>
                  <a:lnTo>
                    <a:pt x="30" y="91"/>
                  </a:lnTo>
                  <a:close/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0" name="Freeform 56"/>
            <p:cNvSpPr>
              <a:spLocks noChangeArrowheads="1"/>
            </p:cNvSpPr>
            <p:nvPr/>
          </p:nvSpPr>
          <p:spPr bwMode="auto">
            <a:xfrm>
              <a:off x="1819275" y="2589213"/>
              <a:ext cx="20638" cy="61912"/>
            </a:xfrm>
            <a:custGeom>
              <a:avLst/>
              <a:gdLst>
                <a:gd name="T0" fmla="*/ 0 w 30"/>
                <a:gd name="T1" fmla="*/ 6792823 h 92"/>
                <a:gd name="T2" fmla="*/ 14197568 w 30"/>
                <a:gd name="T3" fmla="*/ 0 h 92"/>
                <a:gd name="T4" fmla="*/ 14197568 w 30"/>
                <a:gd name="T5" fmla="*/ 37587987 h 92"/>
                <a:gd name="T6" fmla="*/ 0 w 30"/>
                <a:gd name="T7" fmla="*/ 41664084 h 92"/>
                <a:gd name="T8" fmla="*/ 0 w 30"/>
                <a:gd name="T9" fmla="*/ 6792823 h 92"/>
                <a:gd name="T10" fmla="*/ 0 w 30"/>
                <a:gd name="T11" fmla="*/ 6792823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92">
                  <a:moveTo>
                    <a:pt x="0" y="15"/>
                  </a:moveTo>
                  <a:lnTo>
                    <a:pt x="30" y="0"/>
                  </a:lnTo>
                  <a:lnTo>
                    <a:pt x="30" y="83"/>
                  </a:lnTo>
                  <a:lnTo>
                    <a:pt x="0" y="92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1" name="Freeform 57"/>
            <p:cNvSpPr>
              <a:spLocks noChangeArrowheads="1"/>
            </p:cNvSpPr>
            <p:nvPr/>
          </p:nvSpPr>
          <p:spPr bwMode="auto">
            <a:xfrm>
              <a:off x="1819275" y="2646363"/>
              <a:ext cx="134938" cy="17462"/>
            </a:xfrm>
            <a:custGeom>
              <a:avLst/>
              <a:gdLst>
                <a:gd name="T0" fmla="*/ 91041319 w 200"/>
                <a:gd name="T1" fmla="*/ 9472463 h 26"/>
                <a:gd name="T2" fmla="*/ 75109190 w 200"/>
                <a:gd name="T3" fmla="*/ 11727748 h 26"/>
                <a:gd name="T4" fmla="*/ 0 w 200"/>
                <a:gd name="T5" fmla="*/ 3608589 h 26"/>
                <a:gd name="T6" fmla="*/ 13656400 w 200"/>
                <a:gd name="T7" fmla="*/ 0 h 26"/>
                <a:gd name="T8" fmla="*/ 91041319 w 200"/>
                <a:gd name="T9" fmla="*/ 9472463 h 26"/>
                <a:gd name="T10" fmla="*/ 91041319 w 200"/>
                <a:gd name="T11" fmla="*/ 9472463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" h="26">
                  <a:moveTo>
                    <a:pt x="200" y="21"/>
                  </a:moveTo>
                  <a:lnTo>
                    <a:pt x="165" y="26"/>
                  </a:lnTo>
                  <a:lnTo>
                    <a:pt x="0" y="8"/>
                  </a:lnTo>
                  <a:lnTo>
                    <a:pt x="30" y="0"/>
                  </a:lnTo>
                  <a:lnTo>
                    <a:pt x="200" y="21"/>
                  </a:lnTo>
                  <a:close/>
                </a:path>
              </a:pathLst>
            </a:custGeom>
            <a:solidFill>
              <a:srgbClr val="6B3A1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2" name="Freeform 58"/>
            <p:cNvSpPr>
              <a:spLocks noChangeArrowheads="1"/>
            </p:cNvSpPr>
            <p:nvPr/>
          </p:nvSpPr>
          <p:spPr bwMode="auto">
            <a:xfrm>
              <a:off x="2005013" y="2681288"/>
              <a:ext cx="133350" cy="7937"/>
            </a:xfrm>
            <a:custGeom>
              <a:avLst/>
              <a:gdLst>
                <a:gd name="T0" fmla="*/ 88911113 w 200"/>
                <a:gd name="T1" fmla="*/ 1312251 h 12"/>
                <a:gd name="T2" fmla="*/ 13781056 w 200"/>
                <a:gd name="T3" fmla="*/ 5249664 h 12"/>
                <a:gd name="T4" fmla="*/ 0 w 200"/>
                <a:gd name="T5" fmla="*/ 4374610 h 12"/>
                <a:gd name="T6" fmla="*/ 76908279 w 200"/>
                <a:gd name="T7" fmla="*/ 0 h 12"/>
                <a:gd name="T8" fmla="*/ 88911113 w 200"/>
                <a:gd name="T9" fmla="*/ 1312251 h 12"/>
                <a:gd name="T10" fmla="*/ 88911113 w 200"/>
                <a:gd name="T11" fmla="*/ 131225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" h="12">
                  <a:moveTo>
                    <a:pt x="200" y="3"/>
                  </a:moveTo>
                  <a:lnTo>
                    <a:pt x="31" y="12"/>
                  </a:lnTo>
                  <a:lnTo>
                    <a:pt x="0" y="10"/>
                  </a:lnTo>
                  <a:lnTo>
                    <a:pt x="173" y="0"/>
                  </a:lnTo>
                  <a:lnTo>
                    <a:pt x="200" y="3"/>
                  </a:lnTo>
                  <a:close/>
                </a:path>
              </a:pathLst>
            </a:custGeom>
            <a:solidFill>
              <a:srgbClr val="6B3A1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656" name="Picture 4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50" y="609318"/>
            <a:ext cx="298322" cy="310021"/>
          </a:xfrm>
          <a:prstGeom prst="rect">
            <a:avLst/>
          </a:prstGeom>
        </p:spPr>
      </p:pic>
      <p:pic>
        <p:nvPicPr>
          <p:cNvPr id="659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668" y="2970613"/>
            <a:ext cx="177867" cy="198794"/>
          </a:xfrm>
          <a:prstGeom prst="rect">
            <a:avLst/>
          </a:prstGeom>
        </p:spPr>
      </p:pic>
      <p:pic>
        <p:nvPicPr>
          <p:cNvPr id="663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371" y="2987639"/>
            <a:ext cx="177867" cy="198794"/>
          </a:xfrm>
          <a:prstGeom prst="rect">
            <a:avLst/>
          </a:prstGeom>
        </p:spPr>
      </p:pic>
      <p:sp>
        <p:nvSpPr>
          <p:cNvPr id="665" name="Freeform 5"/>
          <p:cNvSpPr>
            <a:spLocks/>
          </p:cNvSpPr>
          <p:nvPr/>
        </p:nvSpPr>
        <p:spPr bwMode="auto">
          <a:xfrm>
            <a:off x="2461073" y="4753928"/>
            <a:ext cx="1125537" cy="1928813"/>
          </a:xfrm>
          <a:custGeom>
            <a:avLst/>
            <a:gdLst>
              <a:gd name="T0" fmla="*/ 754068252 w 1680"/>
              <a:gd name="T1" fmla="*/ 1237953037 h 2880"/>
              <a:gd name="T2" fmla="*/ 700205947 w 1680"/>
              <a:gd name="T3" fmla="*/ 1291776965 h 2880"/>
              <a:gd name="T4" fmla="*/ 53862305 w 1680"/>
              <a:gd name="T5" fmla="*/ 1291776965 h 2880"/>
              <a:gd name="T6" fmla="*/ 0 w 1680"/>
              <a:gd name="T7" fmla="*/ 1237953037 h 2880"/>
              <a:gd name="T8" fmla="*/ 0 w 1680"/>
              <a:gd name="T9" fmla="*/ 53823929 h 2880"/>
              <a:gd name="T10" fmla="*/ 53862305 w 1680"/>
              <a:gd name="T11" fmla="*/ 0 h 2880"/>
              <a:gd name="T12" fmla="*/ 700205947 w 1680"/>
              <a:gd name="T13" fmla="*/ 0 h 2880"/>
              <a:gd name="T14" fmla="*/ 754068252 w 1680"/>
              <a:gd name="T15" fmla="*/ 53823929 h 2880"/>
              <a:gd name="T16" fmla="*/ 754068252 w 1680"/>
              <a:gd name="T17" fmla="*/ 1237953037 h 2880"/>
              <a:gd name="T18" fmla="*/ 754068252 w 1680"/>
              <a:gd name="T19" fmla="*/ 1237953037 h 2880"/>
              <a:gd name="T20" fmla="*/ 754068252 w 1680"/>
              <a:gd name="T21" fmla="*/ 1237953037 h 28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680" h="2880">
                <a:moveTo>
                  <a:pt x="1680" y="2760"/>
                </a:moveTo>
                <a:cubicBezTo>
                  <a:pt x="1680" y="2840"/>
                  <a:pt x="1640" y="2880"/>
                  <a:pt x="1560" y="2880"/>
                </a:cubicBezTo>
                <a:lnTo>
                  <a:pt x="120" y="2880"/>
                </a:lnTo>
                <a:cubicBezTo>
                  <a:pt x="40" y="2880"/>
                  <a:pt x="0" y="2840"/>
                  <a:pt x="0" y="2760"/>
                </a:cubicBezTo>
                <a:lnTo>
                  <a:pt x="0" y="120"/>
                </a:lnTo>
                <a:cubicBezTo>
                  <a:pt x="0" y="40"/>
                  <a:pt x="40" y="0"/>
                  <a:pt x="120" y="0"/>
                </a:cubicBezTo>
                <a:lnTo>
                  <a:pt x="1560" y="0"/>
                </a:lnTo>
                <a:cubicBezTo>
                  <a:pt x="1640" y="0"/>
                  <a:pt x="1680" y="40"/>
                  <a:pt x="1680" y="120"/>
                </a:cubicBezTo>
                <a:lnTo>
                  <a:pt x="1680" y="2760"/>
                </a:lnTo>
                <a:close/>
              </a:path>
            </a:pathLst>
          </a:custGeom>
          <a:noFill/>
          <a:ln w="535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6" name="Text Box 6"/>
          <p:cNvSpPr txBox="1">
            <a:spLocks noChangeArrowheads="1"/>
          </p:cNvSpPr>
          <p:nvPr/>
        </p:nvSpPr>
        <p:spPr bwMode="auto">
          <a:xfrm>
            <a:off x="2465835" y="6584058"/>
            <a:ext cx="1116013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Corporate Data Center</a:t>
            </a:r>
          </a:p>
        </p:txBody>
      </p:sp>
      <p:grpSp>
        <p:nvGrpSpPr>
          <p:cNvPr id="686" name="그룹 8"/>
          <p:cNvGrpSpPr>
            <a:grpSpLocks/>
          </p:cNvGrpSpPr>
          <p:nvPr/>
        </p:nvGrpSpPr>
        <p:grpSpPr bwMode="auto">
          <a:xfrm>
            <a:off x="2876740" y="3429989"/>
            <a:ext cx="345143" cy="272583"/>
            <a:chOff x="4338638" y="3484563"/>
            <a:chExt cx="279400" cy="220662"/>
          </a:xfrm>
        </p:grpSpPr>
        <p:sp>
          <p:nvSpPr>
            <p:cNvPr id="687" name="Freeform 200"/>
            <p:cNvSpPr>
              <a:spLocks noChangeArrowheads="1"/>
            </p:cNvSpPr>
            <p:nvPr/>
          </p:nvSpPr>
          <p:spPr bwMode="auto">
            <a:xfrm>
              <a:off x="4445000" y="3511550"/>
              <a:ext cx="30163" cy="39688"/>
            </a:xfrm>
            <a:custGeom>
              <a:avLst/>
              <a:gdLst>
                <a:gd name="T0" fmla="*/ 0 w 45"/>
                <a:gd name="T1" fmla="*/ 26252289 h 60"/>
                <a:gd name="T2" fmla="*/ 0 w 45"/>
                <a:gd name="T3" fmla="*/ 17938976 h 60"/>
                <a:gd name="T4" fmla="*/ 2695902 w 45"/>
                <a:gd name="T5" fmla="*/ 7438193 h 60"/>
                <a:gd name="T6" fmla="*/ 19768830 w 45"/>
                <a:gd name="T7" fmla="*/ 0 h 60"/>
                <a:gd name="T8" fmla="*/ 20217924 w 45"/>
                <a:gd name="T9" fmla="*/ 0 h 60"/>
                <a:gd name="T10" fmla="*/ 20217924 w 45"/>
                <a:gd name="T11" fmla="*/ 7875422 h 60"/>
                <a:gd name="T12" fmla="*/ 19768830 w 45"/>
                <a:gd name="T13" fmla="*/ 7875422 h 60"/>
                <a:gd name="T14" fmla="*/ 2695902 w 45"/>
                <a:gd name="T15" fmla="*/ 15313615 h 60"/>
                <a:gd name="T16" fmla="*/ 0 w 45"/>
                <a:gd name="T17" fmla="*/ 26252289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" h="60">
                  <a:moveTo>
                    <a:pt x="0" y="60"/>
                  </a:moveTo>
                  <a:lnTo>
                    <a:pt x="0" y="41"/>
                  </a:lnTo>
                  <a:cubicBezTo>
                    <a:pt x="0" y="32"/>
                    <a:pt x="2" y="24"/>
                    <a:pt x="6" y="17"/>
                  </a:cubicBezTo>
                  <a:cubicBezTo>
                    <a:pt x="14" y="5"/>
                    <a:pt x="26" y="0"/>
                    <a:pt x="44" y="0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45" y="18"/>
                  </a:lnTo>
                  <a:cubicBezTo>
                    <a:pt x="45" y="18"/>
                    <a:pt x="45" y="18"/>
                    <a:pt x="44" y="18"/>
                  </a:cubicBezTo>
                  <a:cubicBezTo>
                    <a:pt x="26" y="18"/>
                    <a:pt x="14" y="24"/>
                    <a:pt x="6" y="35"/>
                  </a:cubicBezTo>
                  <a:cubicBezTo>
                    <a:pt x="2" y="42"/>
                    <a:pt x="0" y="50"/>
                    <a:pt x="0" y="6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8" name="Freeform 201"/>
            <p:cNvSpPr>
              <a:spLocks noChangeArrowheads="1"/>
            </p:cNvSpPr>
            <p:nvPr/>
          </p:nvSpPr>
          <p:spPr bwMode="auto">
            <a:xfrm>
              <a:off x="4448175" y="3511550"/>
              <a:ext cx="26988" cy="25400"/>
            </a:xfrm>
            <a:custGeom>
              <a:avLst/>
              <a:gdLst>
                <a:gd name="T0" fmla="*/ 18675696 w 39"/>
                <a:gd name="T1" fmla="*/ 0 h 37"/>
                <a:gd name="T2" fmla="*/ 18675696 w 39"/>
                <a:gd name="T3" fmla="*/ 8482914 h 37"/>
                <a:gd name="T4" fmla="*/ 18675696 w 39"/>
                <a:gd name="T5" fmla="*/ 8482914 h 37"/>
                <a:gd name="T6" fmla="*/ 0 w 39"/>
                <a:gd name="T7" fmla="*/ 17436757 h 37"/>
                <a:gd name="T8" fmla="*/ 0 w 39"/>
                <a:gd name="T9" fmla="*/ 8953843 h 37"/>
                <a:gd name="T10" fmla="*/ 18675696 w 39"/>
                <a:gd name="T11" fmla="*/ 0 h 37"/>
                <a:gd name="T12" fmla="*/ 18675696 w 39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37">
                  <a:moveTo>
                    <a:pt x="39" y="0"/>
                  </a:moveTo>
                  <a:lnTo>
                    <a:pt x="39" y="18"/>
                  </a:lnTo>
                  <a:cubicBezTo>
                    <a:pt x="39" y="18"/>
                    <a:pt x="39" y="18"/>
                    <a:pt x="39" y="18"/>
                  </a:cubicBezTo>
                  <a:cubicBezTo>
                    <a:pt x="20" y="18"/>
                    <a:pt x="7" y="24"/>
                    <a:pt x="0" y="37"/>
                  </a:cubicBezTo>
                  <a:lnTo>
                    <a:pt x="0" y="19"/>
                  </a:lnTo>
                  <a:cubicBezTo>
                    <a:pt x="7" y="6"/>
                    <a:pt x="20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9" name="Freeform 202"/>
            <p:cNvSpPr>
              <a:spLocks noChangeArrowheads="1"/>
            </p:cNvSpPr>
            <p:nvPr/>
          </p:nvSpPr>
          <p:spPr bwMode="auto">
            <a:xfrm>
              <a:off x="4446588" y="3524250"/>
              <a:ext cx="1587" cy="17463"/>
            </a:xfrm>
            <a:custGeom>
              <a:avLst/>
              <a:gdLst>
                <a:gd name="T0" fmla="*/ 839523 w 3"/>
                <a:gd name="T1" fmla="*/ 0 h 25"/>
                <a:gd name="T2" fmla="*/ 839523 w 3"/>
                <a:gd name="T3" fmla="*/ 8782492 h 25"/>
                <a:gd name="T4" fmla="*/ 0 w 3"/>
                <a:gd name="T5" fmla="*/ 12198255 h 25"/>
                <a:gd name="T6" fmla="*/ 0 w 3"/>
                <a:gd name="T7" fmla="*/ 3415763 h 25"/>
                <a:gd name="T8" fmla="*/ 839523 w 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5">
                  <a:moveTo>
                    <a:pt x="3" y="0"/>
                  </a:moveTo>
                  <a:lnTo>
                    <a:pt x="3" y="18"/>
                  </a:lnTo>
                  <a:cubicBezTo>
                    <a:pt x="1" y="20"/>
                    <a:pt x="0" y="22"/>
                    <a:pt x="0" y="25"/>
                  </a:cubicBezTo>
                  <a:lnTo>
                    <a:pt x="0" y="7"/>
                  </a:lnTo>
                  <a:cubicBezTo>
                    <a:pt x="0" y="4"/>
                    <a:pt x="1" y="2"/>
                    <a:pt x="3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0" name="Freeform 203"/>
            <p:cNvSpPr>
              <a:spLocks noChangeArrowheads="1"/>
            </p:cNvSpPr>
            <p:nvPr/>
          </p:nvSpPr>
          <p:spPr bwMode="auto">
            <a:xfrm>
              <a:off x="4445000" y="3529013"/>
              <a:ext cx="1588" cy="17462"/>
            </a:xfrm>
            <a:custGeom>
              <a:avLst/>
              <a:gdLst>
                <a:gd name="T0" fmla="*/ 2521744 w 1"/>
                <a:gd name="T1" fmla="*/ 0 h 26"/>
                <a:gd name="T2" fmla="*/ 2521744 w 1"/>
                <a:gd name="T3" fmla="*/ 8119158 h 26"/>
                <a:gd name="T4" fmla="*/ 0 w 1"/>
                <a:gd name="T5" fmla="*/ 11727748 h 26"/>
                <a:gd name="T6" fmla="*/ 0 w 1"/>
                <a:gd name="T7" fmla="*/ 3157264 h 26"/>
                <a:gd name="T8" fmla="*/ 2521744 w 1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6">
                  <a:moveTo>
                    <a:pt x="1" y="0"/>
                  </a:moveTo>
                  <a:lnTo>
                    <a:pt x="1" y="18"/>
                  </a:lnTo>
                  <a:cubicBezTo>
                    <a:pt x="0" y="20"/>
                    <a:pt x="0" y="23"/>
                    <a:pt x="0" y="26"/>
                  </a:cubicBezTo>
                  <a:lnTo>
                    <a:pt x="0" y="7"/>
                  </a:lnTo>
                  <a:cubicBezTo>
                    <a:pt x="0" y="5"/>
                    <a:pt x="0" y="2"/>
                    <a:pt x="1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1" name="Freeform 204"/>
            <p:cNvSpPr>
              <a:spLocks noChangeArrowheads="1"/>
            </p:cNvSpPr>
            <p:nvPr/>
          </p:nvSpPr>
          <p:spPr bwMode="auto">
            <a:xfrm>
              <a:off x="4445000" y="3533775"/>
              <a:ext cx="0" cy="17463"/>
            </a:xfrm>
            <a:custGeom>
              <a:avLst/>
              <a:gdLst>
                <a:gd name="T0" fmla="*/ 0 h 25"/>
                <a:gd name="T1" fmla="*/ 8782492 h 25"/>
                <a:gd name="T2" fmla="*/ 12198255 h 25"/>
                <a:gd name="T3" fmla="*/ 2927497 h 25"/>
                <a:gd name="T4" fmla="*/ 0 h 25"/>
                <a:gd name="T5" fmla="*/ 0 60000 65536"/>
                <a:gd name="T6" fmla="*/ 0 60000 65536"/>
                <a:gd name="T7" fmla="*/ 0 60000 65536"/>
                <a:gd name="T8" fmla="*/ 0 60000 65536"/>
                <a:gd name="T9" fmla="*/ 0 60000 65536"/>
              </a:gdLst>
              <a:ahLst/>
              <a:cxnLst>
                <a:cxn ang="T5">
                  <a:pos x="0" y="T0"/>
                </a:cxn>
                <a:cxn ang="T6">
                  <a:pos x="0" y="T1"/>
                </a:cxn>
                <a:cxn ang="T7">
                  <a:pos x="0" y="T2"/>
                </a:cxn>
                <a:cxn ang="T8">
                  <a:pos x="0" y="T3"/>
                </a:cxn>
                <a:cxn ang="T9">
                  <a:pos x="0" y="T4"/>
                </a:cxn>
              </a:cxnLst>
              <a:rect l="0" t="0" r="r" b="b"/>
              <a:pathLst>
                <a:path h="25">
                  <a:moveTo>
                    <a:pt x="0" y="0"/>
                  </a:moveTo>
                  <a:lnTo>
                    <a:pt x="0" y="18"/>
                  </a:lnTo>
                  <a:cubicBezTo>
                    <a:pt x="0" y="20"/>
                    <a:pt x="0" y="22"/>
                    <a:pt x="0" y="25"/>
                  </a:cubicBezTo>
                  <a:lnTo>
                    <a:pt x="0" y="6"/>
                  </a:lnTo>
                  <a:cubicBezTo>
                    <a:pt x="0" y="4"/>
                    <a:pt x="0" y="2"/>
                    <a:pt x="0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2" name="Freeform 205"/>
            <p:cNvSpPr>
              <a:spLocks noChangeArrowheads="1"/>
            </p:cNvSpPr>
            <p:nvPr/>
          </p:nvSpPr>
          <p:spPr bwMode="auto">
            <a:xfrm>
              <a:off x="4475163" y="3511550"/>
              <a:ext cx="30162" cy="39688"/>
            </a:xfrm>
            <a:custGeom>
              <a:avLst/>
              <a:gdLst>
                <a:gd name="T0" fmla="*/ 20216583 w 45"/>
                <a:gd name="T1" fmla="*/ 18376867 h 60"/>
                <a:gd name="T2" fmla="*/ 20216583 w 45"/>
                <a:gd name="T3" fmla="*/ 26252289 h 60"/>
                <a:gd name="T4" fmla="*/ 17071692 w 45"/>
                <a:gd name="T5" fmla="*/ 15751506 h 60"/>
                <a:gd name="T6" fmla="*/ 0 w 45"/>
                <a:gd name="T7" fmla="*/ 7875422 h 60"/>
                <a:gd name="T8" fmla="*/ 0 w 45"/>
                <a:gd name="T9" fmla="*/ 0 h 60"/>
                <a:gd name="T10" fmla="*/ 17071692 w 45"/>
                <a:gd name="T11" fmla="*/ 7875422 h 60"/>
                <a:gd name="T12" fmla="*/ 20216583 w 45"/>
                <a:gd name="T13" fmla="*/ 1837686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0">
                  <a:moveTo>
                    <a:pt x="45" y="42"/>
                  </a:moveTo>
                  <a:lnTo>
                    <a:pt x="45" y="60"/>
                  </a:lnTo>
                  <a:cubicBezTo>
                    <a:pt x="45" y="51"/>
                    <a:pt x="42" y="43"/>
                    <a:pt x="38" y="36"/>
                  </a:cubicBezTo>
                  <a:cubicBezTo>
                    <a:pt x="30" y="24"/>
                    <a:pt x="17" y="18"/>
                    <a:pt x="0" y="18"/>
                  </a:cubicBezTo>
                  <a:lnTo>
                    <a:pt x="0" y="0"/>
                  </a:lnTo>
                  <a:cubicBezTo>
                    <a:pt x="17" y="0"/>
                    <a:pt x="30" y="6"/>
                    <a:pt x="38" y="18"/>
                  </a:cubicBezTo>
                  <a:cubicBezTo>
                    <a:pt x="42" y="25"/>
                    <a:pt x="45" y="33"/>
                    <a:pt x="45" y="42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3" name="Freeform 206"/>
            <p:cNvSpPr>
              <a:spLocks noChangeArrowheads="1"/>
            </p:cNvSpPr>
            <p:nvPr/>
          </p:nvSpPr>
          <p:spPr bwMode="auto">
            <a:xfrm>
              <a:off x="4475163" y="3511550"/>
              <a:ext cx="30162" cy="39688"/>
            </a:xfrm>
            <a:custGeom>
              <a:avLst/>
              <a:gdLst>
                <a:gd name="T0" fmla="*/ 20216583 w 45"/>
                <a:gd name="T1" fmla="*/ 18376867 h 60"/>
                <a:gd name="T2" fmla="*/ 20216583 w 45"/>
                <a:gd name="T3" fmla="*/ 26252289 h 60"/>
                <a:gd name="T4" fmla="*/ 17071692 w 45"/>
                <a:gd name="T5" fmla="*/ 15751506 h 60"/>
                <a:gd name="T6" fmla="*/ 0 w 45"/>
                <a:gd name="T7" fmla="*/ 7875422 h 60"/>
                <a:gd name="T8" fmla="*/ 0 w 45"/>
                <a:gd name="T9" fmla="*/ 0 h 60"/>
                <a:gd name="T10" fmla="*/ 17071692 w 45"/>
                <a:gd name="T11" fmla="*/ 7875422 h 60"/>
                <a:gd name="T12" fmla="*/ 20216583 w 45"/>
                <a:gd name="T13" fmla="*/ 1837686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0">
                  <a:moveTo>
                    <a:pt x="45" y="42"/>
                  </a:moveTo>
                  <a:lnTo>
                    <a:pt x="45" y="60"/>
                  </a:lnTo>
                  <a:cubicBezTo>
                    <a:pt x="45" y="51"/>
                    <a:pt x="42" y="43"/>
                    <a:pt x="38" y="36"/>
                  </a:cubicBezTo>
                  <a:cubicBezTo>
                    <a:pt x="30" y="24"/>
                    <a:pt x="17" y="18"/>
                    <a:pt x="0" y="18"/>
                  </a:cubicBezTo>
                  <a:lnTo>
                    <a:pt x="0" y="0"/>
                  </a:lnTo>
                  <a:cubicBezTo>
                    <a:pt x="17" y="0"/>
                    <a:pt x="30" y="6"/>
                    <a:pt x="38" y="18"/>
                  </a:cubicBezTo>
                  <a:cubicBezTo>
                    <a:pt x="42" y="25"/>
                    <a:pt x="45" y="33"/>
                    <a:pt x="45" y="42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4" name="Freeform 207"/>
            <p:cNvSpPr>
              <a:spLocks noChangeArrowheads="1"/>
            </p:cNvSpPr>
            <p:nvPr/>
          </p:nvSpPr>
          <p:spPr bwMode="auto">
            <a:xfrm>
              <a:off x="4540250" y="3568700"/>
              <a:ext cx="30163" cy="11113"/>
            </a:xfrm>
            <a:custGeom>
              <a:avLst/>
              <a:gdLst>
                <a:gd name="T0" fmla="*/ 0 w 43"/>
                <a:gd name="T1" fmla="*/ 0 h 18"/>
                <a:gd name="T2" fmla="*/ 21158292 w 43"/>
                <a:gd name="T3" fmla="*/ 0 h 18"/>
                <a:gd name="T4" fmla="*/ 21158292 w 43"/>
                <a:gd name="T5" fmla="*/ 6861043 h 18"/>
                <a:gd name="T6" fmla="*/ 0 w 43"/>
                <a:gd name="T7" fmla="*/ 6861043 h 18"/>
                <a:gd name="T8" fmla="*/ 0 w 43"/>
                <a:gd name="T9" fmla="*/ 0 h 18"/>
                <a:gd name="T10" fmla="*/ 0 w 43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8">
                  <a:moveTo>
                    <a:pt x="0" y="0"/>
                  </a:moveTo>
                  <a:lnTo>
                    <a:pt x="43" y="0"/>
                  </a:lnTo>
                  <a:lnTo>
                    <a:pt x="43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5" name="Freeform 208"/>
            <p:cNvSpPr>
              <a:spLocks noChangeArrowheads="1"/>
            </p:cNvSpPr>
            <p:nvPr/>
          </p:nvSpPr>
          <p:spPr bwMode="auto">
            <a:xfrm>
              <a:off x="4445000" y="3568700"/>
              <a:ext cx="60325" cy="11113"/>
            </a:xfrm>
            <a:custGeom>
              <a:avLst/>
              <a:gdLst>
                <a:gd name="T0" fmla="*/ 0 w 90"/>
                <a:gd name="T1" fmla="*/ 0 h 18"/>
                <a:gd name="T2" fmla="*/ 40434507 w 90"/>
                <a:gd name="T3" fmla="*/ 0 h 18"/>
                <a:gd name="T4" fmla="*/ 40434507 w 90"/>
                <a:gd name="T5" fmla="*/ 6861043 h 18"/>
                <a:gd name="T6" fmla="*/ 0 w 90"/>
                <a:gd name="T7" fmla="*/ 6861043 h 18"/>
                <a:gd name="T8" fmla="*/ 0 w 90"/>
                <a:gd name="T9" fmla="*/ 0 h 18"/>
                <a:gd name="T10" fmla="*/ 0 w 90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18">
                  <a:moveTo>
                    <a:pt x="0" y="0"/>
                  </a:moveTo>
                  <a:lnTo>
                    <a:pt x="90" y="0"/>
                  </a:lnTo>
                  <a:lnTo>
                    <a:pt x="90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6" name="Freeform 209"/>
            <p:cNvSpPr>
              <a:spLocks noChangeArrowheads="1"/>
            </p:cNvSpPr>
            <p:nvPr/>
          </p:nvSpPr>
          <p:spPr bwMode="auto">
            <a:xfrm>
              <a:off x="4386263" y="3568700"/>
              <a:ext cx="28575" cy="11113"/>
            </a:xfrm>
            <a:custGeom>
              <a:avLst/>
              <a:gdLst>
                <a:gd name="T0" fmla="*/ 0 w 43"/>
                <a:gd name="T1" fmla="*/ 0 h 18"/>
                <a:gd name="T2" fmla="*/ 18989084 w 43"/>
                <a:gd name="T3" fmla="*/ 0 h 18"/>
                <a:gd name="T4" fmla="*/ 18989084 w 43"/>
                <a:gd name="T5" fmla="*/ 6861043 h 18"/>
                <a:gd name="T6" fmla="*/ 0 w 43"/>
                <a:gd name="T7" fmla="*/ 6861043 h 18"/>
                <a:gd name="T8" fmla="*/ 0 w 43"/>
                <a:gd name="T9" fmla="*/ 0 h 18"/>
                <a:gd name="T10" fmla="*/ 0 w 43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8">
                  <a:moveTo>
                    <a:pt x="0" y="0"/>
                  </a:moveTo>
                  <a:lnTo>
                    <a:pt x="43" y="0"/>
                  </a:lnTo>
                  <a:lnTo>
                    <a:pt x="43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7" name="Freeform 210"/>
            <p:cNvSpPr>
              <a:spLocks noChangeArrowheads="1"/>
            </p:cNvSpPr>
            <p:nvPr/>
          </p:nvSpPr>
          <p:spPr bwMode="auto">
            <a:xfrm>
              <a:off x="4570413" y="3554413"/>
              <a:ext cx="47625" cy="44450"/>
            </a:xfrm>
            <a:custGeom>
              <a:avLst/>
              <a:gdLst>
                <a:gd name="T0" fmla="*/ 32402009 w 70"/>
                <a:gd name="T1" fmla="*/ 0 h 66"/>
                <a:gd name="T2" fmla="*/ 32402009 w 70"/>
                <a:gd name="T3" fmla="*/ 8164657 h 66"/>
                <a:gd name="T4" fmla="*/ 0 w 70"/>
                <a:gd name="T5" fmla="*/ 29936402 h 66"/>
                <a:gd name="T6" fmla="*/ 0 w 70"/>
                <a:gd name="T7" fmla="*/ 21771745 h 66"/>
                <a:gd name="T8" fmla="*/ 32402009 w 70"/>
                <a:gd name="T9" fmla="*/ 0 h 66"/>
                <a:gd name="T10" fmla="*/ 32402009 w 70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66">
                  <a:moveTo>
                    <a:pt x="70" y="0"/>
                  </a:moveTo>
                  <a:lnTo>
                    <a:pt x="70" y="18"/>
                  </a:lnTo>
                  <a:lnTo>
                    <a:pt x="0" y="66"/>
                  </a:lnTo>
                  <a:lnTo>
                    <a:pt x="0" y="4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8" name="Freeform 211"/>
            <p:cNvSpPr>
              <a:spLocks noChangeArrowheads="1"/>
            </p:cNvSpPr>
            <p:nvPr/>
          </p:nvSpPr>
          <p:spPr bwMode="auto">
            <a:xfrm>
              <a:off x="4338638" y="3554413"/>
              <a:ext cx="47625" cy="44450"/>
            </a:xfrm>
            <a:custGeom>
              <a:avLst/>
              <a:gdLst>
                <a:gd name="T0" fmla="*/ 31945643 w 71"/>
                <a:gd name="T1" fmla="*/ 21771745 h 66"/>
                <a:gd name="T2" fmla="*/ 31945643 w 71"/>
                <a:gd name="T3" fmla="*/ 29936402 h 66"/>
                <a:gd name="T4" fmla="*/ 0 w 71"/>
                <a:gd name="T5" fmla="*/ 8164657 h 66"/>
                <a:gd name="T6" fmla="*/ 0 w 71"/>
                <a:gd name="T7" fmla="*/ 0 h 66"/>
                <a:gd name="T8" fmla="*/ 31945643 w 71"/>
                <a:gd name="T9" fmla="*/ 21771745 h 66"/>
                <a:gd name="T10" fmla="*/ 31945643 w 71"/>
                <a:gd name="T11" fmla="*/ 21771745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66">
                  <a:moveTo>
                    <a:pt x="71" y="48"/>
                  </a:moveTo>
                  <a:lnTo>
                    <a:pt x="71" y="66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1" y="48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9" name="Freeform 212"/>
            <p:cNvSpPr>
              <a:spLocks noChangeArrowheads="1"/>
            </p:cNvSpPr>
            <p:nvPr/>
          </p:nvSpPr>
          <p:spPr bwMode="auto">
            <a:xfrm>
              <a:off x="4414838" y="3600450"/>
              <a:ext cx="30162" cy="12700"/>
            </a:xfrm>
            <a:custGeom>
              <a:avLst/>
              <a:gdLst>
                <a:gd name="T0" fmla="*/ 0 w 46"/>
                <a:gd name="T1" fmla="*/ 0 h 18"/>
                <a:gd name="T2" fmla="*/ 19777092 w 46"/>
                <a:gd name="T3" fmla="*/ 0 h 18"/>
                <a:gd name="T4" fmla="*/ 19777092 w 46"/>
                <a:gd name="T5" fmla="*/ 8960556 h 18"/>
                <a:gd name="T6" fmla="*/ 0 w 46"/>
                <a:gd name="T7" fmla="*/ 8960556 h 18"/>
                <a:gd name="T8" fmla="*/ 0 w 46"/>
                <a:gd name="T9" fmla="*/ 0 h 18"/>
                <a:gd name="T10" fmla="*/ 0 w 46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18">
                  <a:moveTo>
                    <a:pt x="0" y="0"/>
                  </a:moveTo>
                  <a:lnTo>
                    <a:pt x="46" y="0"/>
                  </a:lnTo>
                  <a:lnTo>
                    <a:pt x="46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692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0" name="Freeform 213"/>
            <p:cNvSpPr>
              <a:spLocks noChangeArrowheads="1"/>
            </p:cNvSpPr>
            <p:nvPr/>
          </p:nvSpPr>
          <p:spPr bwMode="auto">
            <a:xfrm>
              <a:off x="4338638" y="3484563"/>
              <a:ext cx="279400" cy="209550"/>
            </a:xfrm>
            <a:custGeom>
              <a:avLst/>
              <a:gdLst>
                <a:gd name="T0" fmla="*/ 187204700 w 417"/>
                <a:gd name="T1" fmla="*/ 46614498 h 313"/>
                <a:gd name="T2" fmla="*/ 155330319 w 417"/>
                <a:gd name="T3" fmla="*/ 68577079 h 313"/>
                <a:gd name="T4" fmla="*/ 155330319 w 417"/>
                <a:gd name="T5" fmla="*/ 56026841 h 313"/>
                <a:gd name="T6" fmla="*/ 135577342 w 417"/>
                <a:gd name="T7" fmla="*/ 56026841 h 313"/>
                <a:gd name="T8" fmla="*/ 135577342 w 417"/>
                <a:gd name="T9" fmla="*/ 79334425 h 313"/>
                <a:gd name="T10" fmla="*/ 149943327 w 417"/>
                <a:gd name="T11" fmla="*/ 79334425 h 313"/>
                <a:gd name="T12" fmla="*/ 149943327 w 417"/>
                <a:gd name="T13" fmla="*/ 140291382 h 313"/>
                <a:gd name="T14" fmla="*/ 36812458 w 417"/>
                <a:gd name="T15" fmla="*/ 140291382 h 313"/>
                <a:gd name="T16" fmla="*/ 36812458 w 417"/>
                <a:gd name="T17" fmla="*/ 79334425 h 313"/>
                <a:gd name="T18" fmla="*/ 112233037 w 417"/>
                <a:gd name="T19" fmla="*/ 79334425 h 313"/>
                <a:gd name="T20" fmla="*/ 112233037 w 417"/>
                <a:gd name="T21" fmla="*/ 56026841 h 313"/>
                <a:gd name="T22" fmla="*/ 71829251 w 417"/>
                <a:gd name="T23" fmla="*/ 56026841 h 313"/>
                <a:gd name="T24" fmla="*/ 71829251 w 417"/>
                <a:gd name="T25" fmla="*/ 80230201 h 313"/>
                <a:gd name="T26" fmla="*/ 51178442 w 417"/>
                <a:gd name="T27" fmla="*/ 80230201 h 313"/>
                <a:gd name="T28" fmla="*/ 51178442 w 417"/>
                <a:gd name="T29" fmla="*/ 56026841 h 313"/>
                <a:gd name="T30" fmla="*/ 31874381 w 417"/>
                <a:gd name="T31" fmla="*/ 56026841 h 313"/>
                <a:gd name="T32" fmla="*/ 31874381 w 417"/>
                <a:gd name="T33" fmla="*/ 68577079 h 313"/>
                <a:gd name="T34" fmla="*/ 0 w 417"/>
                <a:gd name="T35" fmla="*/ 46614498 h 313"/>
                <a:gd name="T36" fmla="*/ 31874381 w 417"/>
                <a:gd name="T37" fmla="*/ 24651917 h 313"/>
                <a:gd name="T38" fmla="*/ 31874381 w 417"/>
                <a:gd name="T39" fmla="*/ 36753597 h 313"/>
                <a:gd name="T40" fmla="*/ 50729526 w 417"/>
                <a:gd name="T41" fmla="*/ 36753597 h 313"/>
                <a:gd name="T42" fmla="*/ 93377892 w 417"/>
                <a:gd name="T43" fmla="*/ 0 h 313"/>
                <a:gd name="T44" fmla="*/ 123007693 w 417"/>
                <a:gd name="T45" fmla="*/ 8964455 h 313"/>
                <a:gd name="T46" fmla="*/ 135577342 w 417"/>
                <a:gd name="T47" fmla="*/ 34960706 h 313"/>
                <a:gd name="T48" fmla="*/ 135577342 w 417"/>
                <a:gd name="T49" fmla="*/ 36753597 h 313"/>
                <a:gd name="T50" fmla="*/ 155330319 w 417"/>
                <a:gd name="T51" fmla="*/ 36753597 h 313"/>
                <a:gd name="T52" fmla="*/ 155330319 w 417"/>
                <a:gd name="T53" fmla="*/ 24651917 h 313"/>
                <a:gd name="T54" fmla="*/ 187204700 w 417"/>
                <a:gd name="T55" fmla="*/ 46614498 h 3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17" h="313">
                  <a:moveTo>
                    <a:pt x="417" y="104"/>
                  </a:moveTo>
                  <a:lnTo>
                    <a:pt x="346" y="153"/>
                  </a:lnTo>
                  <a:lnTo>
                    <a:pt x="346" y="125"/>
                  </a:lnTo>
                  <a:lnTo>
                    <a:pt x="302" y="125"/>
                  </a:lnTo>
                  <a:lnTo>
                    <a:pt x="302" y="177"/>
                  </a:lnTo>
                  <a:lnTo>
                    <a:pt x="334" y="177"/>
                  </a:lnTo>
                  <a:lnTo>
                    <a:pt x="334" y="313"/>
                  </a:lnTo>
                  <a:lnTo>
                    <a:pt x="82" y="313"/>
                  </a:lnTo>
                  <a:lnTo>
                    <a:pt x="82" y="177"/>
                  </a:lnTo>
                  <a:lnTo>
                    <a:pt x="250" y="177"/>
                  </a:lnTo>
                  <a:lnTo>
                    <a:pt x="250" y="125"/>
                  </a:lnTo>
                  <a:lnTo>
                    <a:pt x="160" y="125"/>
                  </a:lnTo>
                  <a:lnTo>
                    <a:pt x="160" y="179"/>
                  </a:lnTo>
                  <a:lnTo>
                    <a:pt x="114" y="179"/>
                  </a:lnTo>
                  <a:lnTo>
                    <a:pt x="114" y="125"/>
                  </a:lnTo>
                  <a:lnTo>
                    <a:pt x="71" y="125"/>
                  </a:lnTo>
                  <a:lnTo>
                    <a:pt x="71" y="153"/>
                  </a:lnTo>
                  <a:lnTo>
                    <a:pt x="0" y="104"/>
                  </a:lnTo>
                  <a:lnTo>
                    <a:pt x="71" y="55"/>
                  </a:lnTo>
                  <a:lnTo>
                    <a:pt x="71" y="82"/>
                  </a:lnTo>
                  <a:lnTo>
                    <a:pt x="113" y="82"/>
                  </a:lnTo>
                  <a:cubicBezTo>
                    <a:pt x="120" y="27"/>
                    <a:pt x="151" y="0"/>
                    <a:pt x="208" y="0"/>
                  </a:cubicBezTo>
                  <a:cubicBezTo>
                    <a:pt x="234" y="0"/>
                    <a:pt x="256" y="6"/>
                    <a:pt x="274" y="20"/>
                  </a:cubicBezTo>
                  <a:cubicBezTo>
                    <a:pt x="293" y="34"/>
                    <a:pt x="302" y="54"/>
                    <a:pt x="302" y="78"/>
                  </a:cubicBezTo>
                  <a:lnTo>
                    <a:pt x="302" y="82"/>
                  </a:lnTo>
                  <a:lnTo>
                    <a:pt x="346" y="82"/>
                  </a:lnTo>
                  <a:lnTo>
                    <a:pt x="346" y="55"/>
                  </a:lnTo>
                  <a:lnTo>
                    <a:pt x="417" y="104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1" name="Freeform 214"/>
            <p:cNvSpPr>
              <a:spLocks noChangeArrowheads="1"/>
            </p:cNvSpPr>
            <p:nvPr/>
          </p:nvSpPr>
          <p:spPr bwMode="auto">
            <a:xfrm>
              <a:off x="4445000" y="3511550"/>
              <a:ext cx="60325" cy="28575"/>
            </a:xfrm>
            <a:custGeom>
              <a:avLst/>
              <a:gdLst>
                <a:gd name="T0" fmla="*/ 0 w 90"/>
                <a:gd name="T1" fmla="*/ 19441205 h 42"/>
                <a:gd name="T2" fmla="*/ 40434507 w 90"/>
                <a:gd name="T3" fmla="*/ 19441205 h 42"/>
                <a:gd name="T4" fmla="*/ 37289564 w 90"/>
                <a:gd name="T5" fmla="*/ 8331654 h 42"/>
                <a:gd name="T6" fmla="*/ 20217589 w 90"/>
                <a:gd name="T7" fmla="*/ 0 h 42"/>
                <a:gd name="T8" fmla="*/ 20217589 w 90"/>
                <a:gd name="T9" fmla="*/ 0 h 42"/>
                <a:gd name="T10" fmla="*/ 2695857 w 90"/>
                <a:gd name="T11" fmla="*/ 8331654 h 42"/>
                <a:gd name="T12" fmla="*/ 0 w 90"/>
                <a:gd name="T13" fmla="*/ 1944120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42">
                  <a:moveTo>
                    <a:pt x="0" y="42"/>
                  </a:moveTo>
                  <a:lnTo>
                    <a:pt x="90" y="42"/>
                  </a:lnTo>
                  <a:cubicBezTo>
                    <a:pt x="90" y="33"/>
                    <a:pt x="88" y="25"/>
                    <a:pt x="83" y="18"/>
                  </a:cubicBezTo>
                  <a:cubicBezTo>
                    <a:pt x="75" y="6"/>
                    <a:pt x="63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6" y="0"/>
                    <a:pt x="13" y="6"/>
                    <a:pt x="6" y="18"/>
                  </a:cubicBezTo>
                  <a:cubicBezTo>
                    <a:pt x="2" y="25"/>
                    <a:pt x="0" y="33"/>
                    <a:pt x="0" y="42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2" name="Freeform 215"/>
            <p:cNvSpPr>
              <a:spLocks noChangeArrowheads="1"/>
            </p:cNvSpPr>
            <p:nvPr/>
          </p:nvSpPr>
          <p:spPr bwMode="auto">
            <a:xfrm>
              <a:off x="4394200" y="3694113"/>
              <a:ext cx="168275" cy="11112"/>
            </a:xfrm>
            <a:custGeom>
              <a:avLst/>
              <a:gdLst>
                <a:gd name="T0" fmla="*/ 0 w 251"/>
                <a:gd name="T1" fmla="*/ 0 h 18"/>
                <a:gd name="T2" fmla="*/ 112814644 w 251"/>
                <a:gd name="T3" fmla="*/ 0 h 18"/>
                <a:gd name="T4" fmla="*/ 112814644 w 251"/>
                <a:gd name="T5" fmla="*/ 6859808 h 18"/>
                <a:gd name="T6" fmla="*/ 0 w 251"/>
                <a:gd name="T7" fmla="*/ 6859808 h 18"/>
                <a:gd name="T8" fmla="*/ 0 w 251"/>
                <a:gd name="T9" fmla="*/ 0 h 18"/>
                <a:gd name="T10" fmla="*/ 0 w 25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8">
                  <a:moveTo>
                    <a:pt x="0" y="0"/>
                  </a:moveTo>
                  <a:lnTo>
                    <a:pt x="251" y="0"/>
                  </a:lnTo>
                  <a:lnTo>
                    <a:pt x="251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46" name="Text Box 267"/>
          <p:cNvSpPr txBox="1">
            <a:spLocks noChangeArrowheads="1"/>
          </p:cNvSpPr>
          <p:nvPr/>
        </p:nvSpPr>
        <p:spPr bwMode="auto">
          <a:xfrm>
            <a:off x="2687019" y="6128799"/>
            <a:ext cx="76400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KOSMOS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사내</a:t>
            </a:r>
          </a:p>
        </p:txBody>
      </p:sp>
      <p:grpSp>
        <p:nvGrpSpPr>
          <p:cNvPr id="756" name="그룹 9"/>
          <p:cNvGrpSpPr>
            <a:grpSpLocks/>
          </p:cNvGrpSpPr>
          <p:nvPr/>
        </p:nvGrpSpPr>
        <p:grpSpPr bwMode="auto">
          <a:xfrm>
            <a:off x="198856" y="5201439"/>
            <a:ext cx="393699" cy="406399"/>
            <a:chOff x="4408488" y="4495800"/>
            <a:chExt cx="295275" cy="304800"/>
          </a:xfrm>
        </p:grpSpPr>
        <p:sp>
          <p:nvSpPr>
            <p:cNvPr id="757" name="Freeform 351"/>
            <p:cNvSpPr>
              <a:spLocks noChangeArrowheads="1"/>
            </p:cNvSpPr>
            <p:nvPr/>
          </p:nvSpPr>
          <p:spPr bwMode="auto">
            <a:xfrm>
              <a:off x="4560888" y="4495800"/>
              <a:ext cx="20637" cy="61913"/>
            </a:xfrm>
            <a:custGeom>
              <a:avLst/>
              <a:gdLst>
                <a:gd name="T0" fmla="*/ 14686428 w 29"/>
                <a:gd name="T1" fmla="*/ 32795915 h 93"/>
                <a:gd name="T2" fmla="*/ 14686428 w 29"/>
                <a:gd name="T3" fmla="*/ 41216749 h 93"/>
                <a:gd name="T4" fmla="*/ 0 w 29"/>
                <a:gd name="T5" fmla="*/ 7977457 h 93"/>
                <a:gd name="T6" fmla="*/ 0 w 29"/>
                <a:gd name="T7" fmla="*/ 0 h 93"/>
                <a:gd name="T8" fmla="*/ 14686428 w 29"/>
                <a:gd name="T9" fmla="*/ 32795915 h 93"/>
                <a:gd name="T10" fmla="*/ 14686428 w 29"/>
                <a:gd name="T11" fmla="*/ 32795915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9" y="74"/>
                  </a:moveTo>
                  <a:lnTo>
                    <a:pt x="29" y="93"/>
                  </a:lnTo>
                  <a:lnTo>
                    <a:pt x="0" y="18"/>
                  </a:lnTo>
                  <a:lnTo>
                    <a:pt x="0" y="0"/>
                  </a:lnTo>
                  <a:lnTo>
                    <a:pt x="29" y="74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8" name="Freeform 352"/>
            <p:cNvSpPr>
              <a:spLocks noChangeArrowheads="1"/>
            </p:cNvSpPr>
            <p:nvPr/>
          </p:nvSpPr>
          <p:spPr bwMode="auto">
            <a:xfrm>
              <a:off x="4565650" y="4627563"/>
              <a:ext cx="87313" cy="12700"/>
            </a:xfrm>
            <a:custGeom>
              <a:avLst/>
              <a:gdLst>
                <a:gd name="T0" fmla="*/ 0 w 129"/>
                <a:gd name="T1" fmla="*/ 0 h 18"/>
                <a:gd name="T2" fmla="*/ 59096687 w 129"/>
                <a:gd name="T3" fmla="*/ 0 h 18"/>
                <a:gd name="T4" fmla="*/ 59096687 w 129"/>
                <a:gd name="T5" fmla="*/ 8960556 h 18"/>
                <a:gd name="T6" fmla="*/ 0 w 129"/>
                <a:gd name="T7" fmla="*/ 8960556 h 18"/>
                <a:gd name="T8" fmla="*/ 0 w 129"/>
                <a:gd name="T9" fmla="*/ 0 h 18"/>
                <a:gd name="T10" fmla="*/ 0 w 129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9" h="18">
                  <a:moveTo>
                    <a:pt x="0" y="0"/>
                  </a:moveTo>
                  <a:lnTo>
                    <a:pt x="129" y="0"/>
                  </a:lnTo>
                  <a:lnTo>
                    <a:pt x="129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9" name="Freeform 353"/>
            <p:cNvSpPr>
              <a:spLocks noChangeArrowheads="1"/>
            </p:cNvSpPr>
            <p:nvPr/>
          </p:nvSpPr>
          <p:spPr bwMode="auto">
            <a:xfrm>
              <a:off x="4560888" y="4495800"/>
              <a:ext cx="141287" cy="136525"/>
            </a:xfrm>
            <a:custGeom>
              <a:avLst/>
              <a:gdLst>
                <a:gd name="T0" fmla="*/ 0 w 211"/>
                <a:gd name="T1" fmla="*/ 0 h 205"/>
                <a:gd name="T2" fmla="*/ 65014787 w 211"/>
                <a:gd name="T3" fmla="*/ 27498133 h 205"/>
                <a:gd name="T4" fmla="*/ 94607382 w 211"/>
                <a:gd name="T5" fmla="*/ 90922320 h 205"/>
                <a:gd name="T6" fmla="*/ 61427704 w 211"/>
                <a:gd name="T7" fmla="*/ 77616793 h 205"/>
                <a:gd name="T8" fmla="*/ 61427704 w 211"/>
                <a:gd name="T9" fmla="*/ 87817542 h 205"/>
                <a:gd name="T10" fmla="*/ 3138446 w 211"/>
                <a:gd name="T11" fmla="*/ 87817542 h 205"/>
                <a:gd name="T12" fmla="*/ 3138446 w 211"/>
                <a:gd name="T13" fmla="*/ 32820610 h 205"/>
                <a:gd name="T14" fmla="*/ 13003091 w 211"/>
                <a:gd name="T15" fmla="*/ 32820610 h 205"/>
                <a:gd name="T16" fmla="*/ 0 w 211"/>
                <a:gd name="T17" fmla="*/ 0 h 2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205">
                  <a:moveTo>
                    <a:pt x="0" y="0"/>
                  </a:moveTo>
                  <a:cubicBezTo>
                    <a:pt x="56" y="1"/>
                    <a:pt x="105" y="22"/>
                    <a:pt x="145" y="62"/>
                  </a:cubicBezTo>
                  <a:cubicBezTo>
                    <a:pt x="186" y="101"/>
                    <a:pt x="208" y="149"/>
                    <a:pt x="211" y="205"/>
                  </a:cubicBezTo>
                  <a:lnTo>
                    <a:pt x="137" y="175"/>
                  </a:lnTo>
                  <a:lnTo>
                    <a:pt x="137" y="198"/>
                  </a:lnTo>
                  <a:lnTo>
                    <a:pt x="7" y="198"/>
                  </a:lnTo>
                  <a:lnTo>
                    <a:pt x="7" y="74"/>
                  </a:lnTo>
                  <a:lnTo>
                    <a:pt x="29" y="74"/>
                  </a:lnTo>
                  <a:lnTo>
                    <a:pt x="0" y="0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0" name="Freeform 354"/>
            <p:cNvSpPr>
              <a:spLocks noChangeArrowheads="1"/>
            </p:cNvSpPr>
            <p:nvPr/>
          </p:nvSpPr>
          <p:spPr bwMode="auto">
            <a:xfrm>
              <a:off x="4652963" y="4613275"/>
              <a:ext cx="49212" cy="31750"/>
            </a:xfrm>
            <a:custGeom>
              <a:avLst/>
              <a:gdLst>
                <a:gd name="T0" fmla="*/ 32727975 w 74"/>
                <a:gd name="T1" fmla="*/ 12688094 h 48"/>
                <a:gd name="T2" fmla="*/ 32727975 w 74"/>
                <a:gd name="T3" fmla="*/ 21001302 h 48"/>
                <a:gd name="T4" fmla="*/ 0 w 74"/>
                <a:gd name="T5" fmla="*/ 7875323 h 48"/>
                <a:gd name="T6" fmla="*/ 0 w 74"/>
                <a:gd name="T7" fmla="*/ 0 h 48"/>
                <a:gd name="T8" fmla="*/ 32727975 w 74"/>
                <a:gd name="T9" fmla="*/ 12688094 h 48"/>
                <a:gd name="T10" fmla="*/ 32727975 w 74"/>
                <a:gd name="T11" fmla="*/ 12688094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48">
                  <a:moveTo>
                    <a:pt x="74" y="29"/>
                  </a:moveTo>
                  <a:lnTo>
                    <a:pt x="74" y="4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4" y="29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1" name="Freeform 355"/>
            <p:cNvSpPr>
              <a:spLocks noChangeArrowheads="1"/>
            </p:cNvSpPr>
            <p:nvPr/>
          </p:nvSpPr>
          <p:spPr bwMode="auto">
            <a:xfrm>
              <a:off x="4565650" y="4738688"/>
              <a:ext cx="15875" cy="12700"/>
            </a:xfrm>
            <a:custGeom>
              <a:avLst/>
              <a:gdLst>
                <a:gd name="T0" fmla="*/ 0 w 22"/>
                <a:gd name="T1" fmla="*/ 0 h 18"/>
                <a:gd name="T2" fmla="*/ 11455256 w 22"/>
                <a:gd name="T3" fmla="*/ 0 h 18"/>
                <a:gd name="T4" fmla="*/ 11455256 w 22"/>
                <a:gd name="T5" fmla="*/ 8960556 h 18"/>
                <a:gd name="T6" fmla="*/ 0 w 22"/>
                <a:gd name="T7" fmla="*/ 8960556 h 18"/>
                <a:gd name="T8" fmla="*/ 0 w 22"/>
                <a:gd name="T9" fmla="*/ 0 h 18"/>
                <a:gd name="T10" fmla="*/ 0 w 22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0"/>
                  </a:moveTo>
                  <a:lnTo>
                    <a:pt x="22" y="0"/>
                  </a:lnTo>
                  <a:lnTo>
                    <a:pt x="22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2" name="Freeform 356"/>
            <p:cNvSpPr>
              <a:spLocks noChangeArrowheads="1"/>
            </p:cNvSpPr>
            <p:nvPr/>
          </p:nvSpPr>
          <p:spPr bwMode="auto">
            <a:xfrm>
              <a:off x="4562475" y="4645025"/>
              <a:ext cx="141288" cy="142875"/>
            </a:xfrm>
            <a:custGeom>
              <a:avLst/>
              <a:gdLst>
                <a:gd name="T0" fmla="*/ 95057894 w 210"/>
                <a:gd name="T1" fmla="*/ 0 h 211"/>
                <a:gd name="T2" fmla="*/ 66540593 w 210"/>
                <a:gd name="T3" fmla="*/ 67401112 h 211"/>
                <a:gd name="T4" fmla="*/ 0 w 210"/>
                <a:gd name="T5" fmla="*/ 96745335 h 211"/>
                <a:gd name="T6" fmla="*/ 12674206 w 210"/>
                <a:gd name="T7" fmla="*/ 63732407 h 211"/>
                <a:gd name="T8" fmla="*/ 2716094 w 210"/>
                <a:gd name="T9" fmla="*/ 63732407 h 211"/>
                <a:gd name="T10" fmla="*/ 2716094 w 210"/>
                <a:gd name="T11" fmla="*/ 5502380 h 211"/>
                <a:gd name="T12" fmla="*/ 61108406 w 210"/>
                <a:gd name="T13" fmla="*/ 5502380 h 211"/>
                <a:gd name="T14" fmla="*/ 61108406 w 210"/>
                <a:gd name="T15" fmla="*/ 13296855 h 211"/>
                <a:gd name="T16" fmla="*/ 95057894 w 210"/>
                <a:gd name="T17" fmla="*/ 0 h 2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11">
                  <a:moveTo>
                    <a:pt x="210" y="0"/>
                  </a:moveTo>
                  <a:cubicBezTo>
                    <a:pt x="209" y="57"/>
                    <a:pt x="187" y="106"/>
                    <a:pt x="147" y="147"/>
                  </a:cubicBezTo>
                  <a:cubicBezTo>
                    <a:pt x="106" y="187"/>
                    <a:pt x="57" y="209"/>
                    <a:pt x="0" y="211"/>
                  </a:cubicBezTo>
                  <a:lnTo>
                    <a:pt x="28" y="139"/>
                  </a:lnTo>
                  <a:lnTo>
                    <a:pt x="6" y="139"/>
                  </a:lnTo>
                  <a:lnTo>
                    <a:pt x="6" y="12"/>
                  </a:lnTo>
                  <a:lnTo>
                    <a:pt x="135" y="12"/>
                  </a:lnTo>
                  <a:lnTo>
                    <a:pt x="135" y="29"/>
                  </a:lnTo>
                  <a:lnTo>
                    <a:pt x="210" y="0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3" name="Freeform 357"/>
            <p:cNvSpPr>
              <a:spLocks noChangeArrowheads="1"/>
            </p:cNvSpPr>
            <p:nvPr/>
          </p:nvSpPr>
          <p:spPr bwMode="auto">
            <a:xfrm>
              <a:off x="4562475" y="4645025"/>
              <a:ext cx="141288" cy="155575"/>
            </a:xfrm>
            <a:custGeom>
              <a:avLst/>
              <a:gdLst>
                <a:gd name="T0" fmla="*/ 95057894 w 210"/>
                <a:gd name="T1" fmla="*/ 0 h 230"/>
                <a:gd name="T2" fmla="*/ 95057894 w 210"/>
                <a:gd name="T3" fmla="*/ 8235329 h 230"/>
                <a:gd name="T4" fmla="*/ 66540593 w 210"/>
                <a:gd name="T5" fmla="*/ 75493107 h 230"/>
                <a:gd name="T6" fmla="*/ 0 w 210"/>
                <a:gd name="T7" fmla="*/ 105232959 h 230"/>
                <a:gd name="T8" fmla="*/ 0 w 210"/>
                <a:gd name="T9" fmla="*/ 96539699 h 230"/>
                <a:gd name="T10" fmla="*/ 66540593 w 210"/>
                <a:gd name="T11" fmla="*/ 67257778 h 230"/>
                <a:gd name="T12" fmla="*/ 95057894 w 210"/>
                <a:gd name="T13" fmla="*/ 0 h 2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30">
                  <a:moveTo>
                    <a:pt x="210" y="0"/>
                  </a:moveTo>
                  <a:lnTo>
                    <a:pt x="210" y="18"/>
                  </a:lnTo>
                  <a:cubicBezTo>
                    <a:pt x="209" y="76"/>
                    <a:pt x="187" y="125"/>
                    <a:pt x="147" y="165"/>
                  </a:cubicBezTo>
                  <a:cubicBezTo>
                    <a:pt x="106" y="206"/>
                    <a:pt x="57" y="228"/>
                    <a:pt x="0" y="230"/>
                  </a:cubicBezTo>
                  <a:lnTo>
                    <a:pt x="0" y="211"/>
                  </a:lnTo>
                  <a:cubicBezTo>
                    <a:pt x="57" y="209"/>
                    <a:pt x="106" y="187"/>
                    <a:pt x="147" y="147"/>
                  </a:cubicBezTo>
                  <a:cubicBezTo>
                    <a:pt x="187" y="106"/>
                    <a:pt x="209" y="57"/>
                    <a:pt x="210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4" name="Freeform 358"/>
            <p:cNvSpPr>
              <a:spLocks noChangeArrowheads="1"/>
            </p:cNvSpPr>
            <p:nvPr/>
          </p:nvSpPr>
          <p:spPr bwMode="auto">
            <a:xfrm>
              <a:off x="4702175" y="4645025"/>
              <a:ext cx="1588" cy="30163"/>
            </a:xfrm>
            <a:custGeom>
              <a:avLst/>
              <a:gdLst>
                <a:gd name="T0" fmla="*/ 1260078 w 2"/>
                <a:gd name="T1" fmla="*/ 0 h 43"/>
                <a:gd name="T2" fmla="*/ 1260078 w 2"/>
                <a:gd name="T3" fmla="*/ 8856699 h 43"/>
                <a:gd name="T4" fmla="*/ 0 w 2"/>
                <a:gd name="T5" fmla="*/ 21157591 h 43"/>
                <a:gd name="T6" fmla="*/ 0 w 2"/>
                <a:gd name="T7" fmla="*/ 11809165 h 43"/>
                <a:gd name="T8" fmla="*/ 1260078 w 2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43">
                  <a:moveTo>
                    <a:pt x="2" y="0"/>
                  </a:moveTo>
                  <a:lnTo>
                    <a:pt x="2" y="18"/>
                  </a:lnTo>
                  <a:cubicBezTo>
                    <a:pt x="1" y="27"/>
                    <a:pt x="1" y="35"/>
                    <a:pt x="0" y="43"/>
                  </a:cubicBezTo>
                  <a:lnTo>
                    <a:pt x="0" y="24"/>
                  </a:lnTo>
                  <a:cubicBezTo>
                    <a:pt x="1" y="16"/>
                    <a:pt x="1" y="8"/>
                    <a:pt x="2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5" name="Freeform 359"/>
            <p:cNvSpPr>
              <a:spLocks noChangeArrowheads="1"/>
            </p:cNvSpPr>
            <p:nvPr/>
          </p:nvSpPr>
          <p:spPr bwMode="auto">
            <a:xfrm>
              <a:off x="4695825" y="4662488"/>
              <a:ext cx="6350" cy="36512"/>
            </a:xfrm>
            <a:custGeom>
              <a:avLst/>
              <a:gdLst>
                <a:gd name="T0" fmla="*/ 5040313 w 8"/>
                <a:gd name="T1" fmla="*/ 0 h 54"/>
                <a:gd name="T2" fmla="*/ 5040313 w 8"/>
                <a:gd name="T3" fmla="*/ 8229399 h 54"/>
                <a:gd name="T4" fmla="*/ 0 w 8"/>
                <a:gd name="T5" fmla="*/ 24688197 h 54"/>
                <a:gd name="T6" fmla="*/ 0 w 8"/>
                <a:gd name="T7" fmla="*/ 16001722 h 54"/>
                <a:gd name="T8" fmla="*/ 5040313 w 8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4">
                  <a:moveTo>
                    <a:pt x="8" y="0"/>
                  </a:moveTo>
                  <a:lnTo>
                    <a:pt x="8" y="18"/>
                  </a:lnTo>
                  <a:cubicBezTo>
                    <a:pt x="6" y="30"/>
                    <a:pt x="3" y="42"/>
                    <a:pt x="0" y="54"/>
                  </a:cubicBezTo>
                  <a:lnTo>
                    <a:pt x="0" y="35"/>
                  </a:lnTo>
                  <a:cubicBezTo>
                    <a:pt x="3" y="23"/>
                    <a:pt x="6" y="11"/>
                    <a:pt x="8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6" name="Freeform 360"/>
            <p:cNvSpPr>
              <a:spLocks noChangeArrowheads="1"/>
            </p:cNvSpPr>
            <p:nvPr/>
          </p:nvSpPr>
          <p:spPr bwMode="auto">
            <a:xfrm>
              <a:off x="4684713" y="4686300"/>
              <a:ext cx="11112" cy="38100"/>
            </a:xfrm>
            <a:custGeom>
              <a:avLst/>
              <a:gdLst>
                <a:gd name="T0" fmla="*/ 7717979 w 16"/>
                <a:gd name="T1" fmla="*/ 0 h 57"/>
                <a:gd name="T2" fmla="*/ 7717979 w 16"/>
                <a:gd name="T3" fmla="*/ 8042442 h 57"/>
                <a:gd name="T4" fmla="*/ 0 w 16"/>
                <a:gd name="T5" fmla="*/ 25466842 h 57"/>
                <a:gd name="T6" fmla="*/ 0 w 16"/>
                <a:gd name="T7" fmla="*/ 16977895 h 57"/>
                <a:gd name="T8" fmla="*/ 7717979 w 16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7">
                  <a:moveTo>
                    <a:pt x="16" y="0"/>
                  </a:moveTo>
                  <a:lnTo>
                    <a:pt x="16" y="18"/>
                  </a:lnTo>
                  <a:cubicBezTo>
                    <a:pt x="12" y="32"/>
                    <a:pt x="6" y="44"/>
                    <a:pt x="0" y="57"/>
                  </a:cubicBezTo>
                  <a:lnTo>
                    <a:pt x="0" y="38"/>
                  </a:lnTo>
                  <a:cubicBezTo>
                    <a:pt x="6" y="25"/>
                    <a:pt x="12" y="13"/>
                    <a:pt x="16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7" name="Freeform 361"/>
            <p:cNvSpPr>
              <a:spLocks noChangeArrowheads="1"/>
            </p:cNvSpPr>
            <p:nvPr/>
          </p:nvSpPr>
          <p:spPr bwMode="auto">
            <a:xfrm>
              <a:off x="4562475" y="4711700"/>
              <a:ext cx="122238" cy="88900"/>
            </a:xfrm>
            <a:custGeom>
              <a:avLst/>
              <a:gdLst>
                <a:gd name="T0" fmla="*/ 81650308 w 183"/>
                <a:gd name="T1" fmla="*/ 0 h 132"/>
                <a:gd name="T2" fmla="*/ 81650308 w 183"/>
                <a:gd name="T3" fmla="*/ 8164657 h 132"/>
                <a:gd name="T4" fmla="*/ 0 w 183"/>
                <a:gd name="T5" fmla="*/ 59872803 h 132"/>
                <a:gd name="T6" fmla="*/ 0 w 183"/>
                <a:gd name="T7" fmla="*/ 51254891 h 132"/>
                <a:gd name="T8" fmla="*/ 81650308 w 183"/>
                <a:gd name="T9" fmla="*/ 0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3" h="132">
                  <a:moveTo>
                    <a:pt x="183" y="0"/>
                  </a:moveTo>
                  <a:lnTo>
                    <a:pt x="183" y="18"/>
                  </a:lnTo>
                  <a:cubicBezTo>
                    <a:pt x="144" y="91"/>
                    <a:pt x="82" y="128"/>
                    <a:pt x="0" y="132"/>
                  </a:cubicBezTo>
                  <a:lnTo>
                    <a:pt x="0" y="113"/>
                  </a:lnTo>
                  <a:cubicBezTo>
                    <a:pt x="82" y="109"/>
                    <a:pt x="144" y="72"/>
                    <a:pt x="183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8" name="Freeform 362"/>
            <p:cNvSpPr>
              <a:spLocks noChangeArrowheads="1"/>
            </p:cNvSpPr>
            <p:nvPr/>
          </p:nvSpPr>
          <p:spPr bwMode="auto">
            <a:xfrm>
              <a:off x="4530725" y="4738688"/>
              <a:ext cx="14288" cy="12700"/>
            </a:xfrm>
            <a:custGeom>
              <a:avLst/>
              <a:gdLst>
                <a:gd name="T0" fmla="*/ 0 w 22"/>
                <a:gd name="T1" fmla="*/ 0 h 18"/>
                <a:gd name="T2" fmla="*/ 9278757 w 22"/>
                <a:gd name="T3" fmla="*/ 0 h 18"/>
                <a:gd name="T4" fmla="*/ 9278757 w 22"/>
                <a:gd name="T5" fmla="*/ 8960556 h 18"/>
                <a:gd name="T6" fmla="*/ 0 w 22"/>
                <a:gd name="T7" fmla="*/ 8960556 h 18"/>
                <a:gd name="T8" fmla="*/ 0 w 22"/>
                <a:gd name="T9" fmla="*/ 0 h 18"/>
                <a:gd name="T10" fmla="*/ 0 w 22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0"/>
                  </a:moveTo>
                  <a:lnTo>
                    <a:pt x="22" y="0"/>
                  </a:lnTo>
                  <a:lnTo>
                    <a:pt x="22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9" name="Freeform 363"/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39700"/>
            </a:xfrm>
            <a:custGeom>
              <a:avLst/>
              <a:gdLst>
                <a:gd name="T0" fmla="*/ 0 w 210"/>
                <a:gd name="T1" fmla="*/ 0 h 206"/>
                <a:gd name="T2" fmla="*/ 30328264 w 210"/>
                <a:gd name="T3" fmla="*/ 11957235 h 206"/>
                <a:gd name="T4" fmla="*/ 30328264 w 210"/>
                <a:gd name="T5" fmla="*/ 3219203 h 206"/>
                <a:gd name="T6" fmla="*/ 91889028 w 210"/>
                <a:gd name="T7" fmla="*/ 3219203 h 206"/>
                <a:gd name="T8" fmla="*/ 91889028 w 210"/>
                <a:gd name="T9" fmla="*/ 61626010 h 206"/>
                <a:gd name="T10" fmla="*/ 81930986 w 210"/>
                <a:gd name="T11" fmla="*/ 61626010 h 206"/>
                <a:gd name="T12" fmla="*/ 95057894 w 210"/>
                <a:gd name="T13" fmla="*/ 94738301 h 206"/>
                <a:gd name="T14" fmla="*/ 28969890 w 210"/>
                <a:gd name="T15" fmla="*/ 65764792 h 206"/>
                <a:gd name="T16" fmla="*/ 0 w 210"/>
                <a:gd name="T17" fmla="*/ 0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06">
                  <a:moveTo>
                    <a:pt x="0" y="0"/>
                  </a:moveTo>
                  <a:lnTo>
                    <a:pt x="67" y="26"/>
                  </a:lnTo>
                  <a:lnTo>
                    <a:pt x="67" y="7"/>
                  </a:lnTo>
                  <a:lnTo>
                    <a:pt x="203" y="7"/>
                  </a:lnTo>
                  <a:lnTo>
                    <a:pt x="203" y="134"/>
                  </a:lnTo>
                  <a:lnTo>
                    <a:pt x="181" y="134"/>
                  </a:lnTo>
                  <a:lnTo>
                    <a:pt x="210" y="206"/>
                  </a:lnTo>
                  <a:cubicBezTo>
                    <a:pt x="153" y="204"/>
                    <a:pt x="105" y="183"/>
                    <a:pt x="64" y="143"/>
                  </a:cubicBezTo>
                  <a:cubicBezTo>
                    <a:pt x="24" y="104"/>
                    <a:pt x="2" y="56"/>
                    <a:pt x="0" y="0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0" name="Freeform 364"/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52400"/>
            </a:xfrm>
            <a:custGeom>
              <a:avLst/>
              <a:gdLst>
                <a:gd name="T0" fmla="*/ 95057894 w 210"/>
                <a:gd name="T1" fmla="*/ 94508997 h 225"/>
                <a:gd name="T2" fmla="*/ 95057894 w 210"/>
                <a:gd name="T3" fmla="*/ 103225600 h 225"/>
                <a:gd name="T4" fmla="*/ 28969890 w 210"/>
                <a:gd name="T5" fmla="*/ 74322432 h 225"/>
                <a:gd name="T6" fmla="*/ 0 w 210"/>
                <a:gd name="T7" fmla="*/ 8258048 h 225"/>
                <a:gd name="T8" fmla="*/ 0 w 210"/>
                <a:gd name="T9" fmla="*/ 0 h 225"/>
                <a:gd name="T10" fmla="*/ 28969890 w 210"/>
                <a:gd name="T11" fmla="*/ 65605829 h 225"/>
                <a:gd name="T12" fmla="*/ 95057894 w 210"/>
                <a:gd name="T13" fmla="*/ 94508997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25">
                  <a:moveTo>
                    <a:pt x="210" y="206"/>
                  </a:moveTo>
                  <a:lnTo>
                    <a:pt x="210" y="225"/>
                  </a:lnTo>
                  <a:cubicBezTo>
                    <a:pt x="153" y="223"/>
                    <a:pt x="105" y="202"/>
                    <a:pt x="64" y="162"/>
                  </a:cubicBezTo>
                  <a:cubicBezTo>
                    <a:pt x="24" y="123"/>
                    <a:pt x="2" y="75"/>
                    <a:pt x="0" y="18"/>
                  </a:cubicBezTo>
                  <a:lnTo>
                    <a:pt x="0" y="0"/>
                  </a:lnTo>
                  <a:cubicBezTo>
                    <a:pt x="2" y="56"/>
                    <a:pt x="24" y="104"/>
                    <a:pt x="64" y="143"/>
                  </a:cubicBezTo>
                  <a:cubicBezTo>
                    <a:pt x="105" y="183"/>
                    <a:pt x="153" y="204"/>
                    <a:pt x="210" y="206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1" name="Freeform 365"/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52400"/>
            </a:xfrm>
            <a:custGeom>
              <a:avLst/>
              <a:gdLst>
                <a:gd name="T0" fmla="*/ 95057894 w 210"/>
                <a:gd name="T1" fmla="*/ 94508997 h 225"/>
                <a:gd name="T2" fmla="*/ 95057894 w 210"/>
                <a:gd name="T3" fmla="*/ 103225600 h 225"/>
                <a:gd name="T4" fmla="*/ 28969890 w 210"/>
                <a:gd name="T5" fmla="*/ 74322432 h 225"/>
                <a:gd name="T6" fmla="*/ 0 w 210"/>
                <a:gd name="T7" fmla="*/ 8258048 h 225"/>
                <a:gd name="T8" fmla="*/ 0 w 210"/>
                <a:gd name="T9" fmla="*/ 0 h 225"/>
                <a:gd name="T10" fmla="*/ 28969890 w 210"/>
                <a:gd name="T11" fmla="*/ 65605829 h 225"/>
                <a:gd name="T12" fmla="*/ 95057894 w 210"/>
                <a:gd name="T13" fmla="*/ 94508997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25">
                  <a:moveTo>
                    <a:pt x="210" y="206"/>
                  </a:moveTo>
                  <a:lnTo>
                    <a:pt x="210" y="225"/>
                  </a:lnTo>
                  <a:cubicBezTo>
                    <a:pt x="153" y="223"/>
                    <a:pt x="105" y="202"/>
                    <a:pt x="64" y="162"/>
                  </a:cubicBezTo>
                  <a:cubicBezTo>
                    <a:pt x="24" y="123"/>
                    <a:pt x="2" y="75"/>
                    <a:pt x="0" y="18"/>
                  </a:cubicBezTo>
                  <a:lnTo>
                    <a:pt x="0" y="0"/>
                  </a:lnTo>
                  <a:cubicBezTo>
                    <a:pt x="2" y="56"/>
                    <a:pt x="24" y="104"/>
                    <a:pt x="64" y="143"/>
                  </a:cubicBezTo>
                  <a:cubicBezTo>
                    <a:pt x="105" y="183"/>
                    <a:pt x="153" y="204"/>
                    <a:pt x="210" y="206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2" name="Freeform 366"/>
            <p:cNvSpPr>
              <a:spLocks noChangeArrowheads="1"/>
            </p:cNvSpPr>
            <p:nvPr/>
          </p:nvSpPr>
          <p:spPr bwMode="auto">
            <a:xfrm>
              <a:off x="4530725" y="4495800"/>
              <a:ext cx="20638" cy="61913"/>
            </a:xfrm>
            <a:custGeom>
              <a:avLst/>
              <a:gdLst>
                <a:gd name="T0" fmla="*/ 14686428 w 29"/>
                <a:gd name="T1" fmla="*/ 0 h 93"/>
                <a:gd name="T2" fmla="*/ 14686428 w 29"/>
                <a:gd name="T3" fmla="*/ 7977457 h 93"/>
                <a:gd name="T4" fmla="*/ 0 w 29"/>
                <a:gd name="T5" fmla="*/ 41216749 h 93"/>
                <a:gd name="T6" fmla="*/ 0 w 29"/>
                <a:gd name="T7" fmla="*/ 32795915 h 93"/>
                <a:gd name="T8" fmla="*/ 14686428 w 29"/>
                <a:gd name="T9" fmla="*/ 0 h 93"/>
                <a:gd name="T10" fmla="*/ 14686428 w 29"/>
                <a:gd name="T11" fmla="*/ 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9" y="0"/>
                  </a:moveTo>
                  <a:lnTo>
                    <a:pt x="29" y="18"/>
                  </a:lnTo>
                  <a:lnTo>
                    <a:pt x="0" y="93"/>
                  </a:lnTo>
                  <a:lnTo>
                    <a:pt x="0" y="7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3" name="Freeform 367"/>
            <p:cNvSpPr>
              <a:spLocks noChangeArrowheads="1"/>
            </p:cNvSpPr>
            <p:nvPr/>
          </p:nvSpPr>
          <p:spPr bwMode="auto">
            <a:xfrm>
              <a:off x="4454525" y="4627563"/>
              <a:ext cx="90488" cy="12700"/>
            </a:xfrm>
            <a:custGeom>
              <a:avLst/>
              <a:gdLst>
                <a:gd name="T0" fmla="*/ 0 w 135"/>
                <a:gd name="T1" fmla="*/ 0 h 18"/>
                <a:gd name="T2" fmla="*/ 60651760 w 135"/>
                <a:gd name="T3" fmla="*/ 0 h 18"/>
                <a:gd name="T4" fmla="*/ 60651760 w 135"/>
                <a:gd name="T5" fmla="*/ 8960556 h 18"/>
                <a:gd name="T6" fmla="*/ 0 w 135"/>
                <a:gd name="T7" fmla="*/ 8960556 h 18"/>
                <a:gd name="T8" fmla="*/ 0 w 135"/>
                <a:gd name="T9" fmla="*/ 0 h 18"/>
                <a:gd name="T10" fmla="*/ 0 w 135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5" h="18">
                  <a:moveTo>
                    <a:pt x="0" y="0"/>
                  </a:moveTo>
                  <a:lnTo>
                    <a:pt x="135" y="0"/>
                  </a:lnTo>
                  <a:lnTo>
                    <a:pt x="135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4" name="Freeform 368"/>
            <p:cNvSpPr>
              <a:spLocks noChangeArrowheads="1"/>
            </p:cNvSpPr>
            <p:nvPr/>
          </p:nvSpPr>
          <p:spPr bwMode="auto">
            <a:xfrm>
              <a:off x="4408488" y="4495800"/>
              <a:ext cx="142875" cy="138113"/>
            </a:xfrm>
            <a:custGeom>
              <a:avLst/>
              <a:gdLst>
                <a:gd name="T0" fmla="*/ 96745335 w 211"/>
                <a:gd name="T1" fmla="*/ 0 h 206"/>
                <a:gd name="T2" fmla="*/ 82990061 w 211"/>
                <a:gd name="T3" fmla="*/ 33263108 h 206"/>
                <a:gd name="T4" fmla="*/ 93077307 w 211"/>
                <a:gd name="T5" fmla="*/ 33263108 h 206"/>
                <a:gd name="T6" fmla="*/ 93077307 w 211"/>
                <a:gd name="T7" fmla="*/ 89001090 h 206"/>
                <a:gd name="T8" fmla="*/ 30720156 w 211"/>
                <a:gd name="T9" fmla="*/ 89001090 h 206"/>
                <a:gd name="T10" fmla="*/ 30720156 w 211"/>
                <a:gd name="T11" fmla="*/ 80460879 h 206"/>
                <a:gd name="T12" fmla="*/ 0 w 211"/>
                <a:gd name="T13" fmla="*/ 92597392 h 206"/>
                <a:gd name="T14" fmla="*/ 29803319 w 211"/>
                <a:gd name="T15" fmla="*/ 27869326 h 206"/>
                <a:gd name="T16" fmla="*/ 96745335 w 211"/>
                <a:gd name="T17" fmla="*/ 0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206">
                  <a:moveTo>
                    <a:pt x="211" y="0"/>
                  </a:moveTo>
                  <a:lnTo>
                    <a:pt x="181" y="74"/>
                  </a:lnTo>
                  <a:lnTo>
                    <a:pt x="203" y="74"/>
                  </a:lnTo>
                  <a:lnTo>
                    <a:pt x="203" y="198"/>
                  </a:lnTo>
                  <a:lnTo>
                    <a:pt x="67" y="198"/>
                  </a:lnTo>
                  <a:lnTo>
                    <a:pt x="67" y="179"/>
                  </a:lnTo>
                  <a:lnTo>
                    <a:pt x="0" y="206"/>
                  </a:lnTo>
                  <a:cubicBezTo>
                    <a:pt x="2" y="150"/>
                    <a:pt x="24" y="102"/>
                    <a:pt x="65" y="62"/>
                  </a:cubicBezTo>
                  <a:cubicBezTo>
                    <a:pt x="105" y="22"/>
                    <a:pt x="154" y="1"/>
                    <a:pt x="211" y="0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5" name="Freeform 369"/>
            <p:cNvSpPr>
              <a:spLocks noChangeArrowheads="1"/>
            </p:cNvSpPr>
            <p:nvPr/>
          </p:nvSpPr>
          <p:spPr bwMode="auto">
            <a:xfrm>
              <a:off x="4408488" y="4616450"/>
              <a:ext cx="46037" cy="30163"/>
            </a:xfrm>
            <a:custGeom>
              <a:avLst/>
              <a:gdLst>
                <a:gd name="T0" fmla="*/ 31633603 w 67"/>
                <a:gd name="T1" fmla="*/ 0 h 45"/>
                <a:gd name="T2" fmla="*/ 31633603 w 67"/>
                <a:gd name="T3" fmla="*/ 8087035 h 45"/>
                <a:gd name="T4" fmla="*/ 0 w 67"/>
                <a:gd name="T5" fmla="*/ 20217253 h 45"/>
                <a:gd name="T6" fmla="*/ 0 w 67"/>
                <a:gd name="T7" fmla="*/ 11681124 h 45"/>
                <a:gd name="T8" fmla="*/ 31633603 w 67"/>
                <a:gd name="T9" fmla="*/ 0 h 45"/>
                <a:gd name="T10" fmla="*/ 31633603 w 67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45">
                  <a:moveTo>
                    <a:pt x="67" y="0"/>
                  </a:moveTo>
                  <a:lnTo>
                    <a:pt x="67" y="18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777" name="직선 화살표 연결선 776"/>
          <p:cNvCxnSpPr/>
          <p:nvPr/>
        </p:nvCxnSpPr>
        <p:spPr bwMode="auto">
          <a:xfrm>
            <a:off x="3243647" y="3530392"/>
            <a:ext cx="43794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8" name="직선 화살표 연결선 777"/>
          <p:cNvCxnSpPr/>
          <p:nvPr/>
        </p:nvCxnSpPr>
        <p:spPr bwMode="auto">
          <a:xfrm flipV="1">
            <a:off x="3047654" y="3759616"/>
            <a:ext cx="0" cy="76475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9" name="직선 화살표 연결선 778"/>
          <p:cNvCxnSpPr/>
          <p:nvPr/>
        </p:nvCxnSpPr>
        <p:spPr bwMode="auto">
          <a:xfrm flipH="1" flipV="1">
            <a:off x="3047654" y="4967710"/>
            <a:ext cx="2381" cy="6268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80" name="Picture 4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207" y="5614124"/>
            <a:ext cx="477212" cy="461305"/>
          </a:xfrm>
          <a:prstGeom prst="rect">
            <a:avLst/>
          </a:prstGeom>
        </p:spPr>
      </p:pic>
      <p:pic>
        <p:nvPicPr>
          <p:cNvPr id="811" name="Picture 1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765" y="4599697"/>
            <a:ext cx="212516" cy="293475"/>
          </a:xfrm>
          <a:prstGeom prst="rect">
            <a:avLst/>
          </a:prstGeom>
        </p:spPr>
      </p:pic>
      <p:grpSp>
        <p:nvGrpSpPr>
          <p:cNvPr id="917" name="그룹 8"/>
          <p:cNvGrpSpPr>
            <a:grpSpLocks/>
          </p:cNvGrpSpPr>
          <p:nvPr/>
        </p:nvGrpSpPr>
        <p:grpSpPr bwMode="auto">
          <a:xfrm>
            <a:off x="172156" y="3588453"/>
            <a:ext cx="502078" cy="396526"/>
            <a:chOff x="4338638" y="3484563"/>
            <a:chExt cx="279400" cy="220662"/>
          </a:xfrm>
        </p:grpSpPr>
        <p:sp>
          <p:nvSpPr>
            <p:cNvPr id="918" name="Freeform 200"/>
            <p:cNvSpPr>
              <a:spLocks noChangeArrowheads="1"/>
            </p:cNvSpPr>
            <p:nvPr/>
          </p:nvSpPr>
          <p:spPr bwMode="auto">
            <a:xfrm>
              <a:off x="4445000" y="3511550"/>
              <a:ext cx="30163" cy="39688"/>
            </a:xfrm>
            <a:custGeom>
              <a:avLst/>
              <a:gdLst>
                <a:gd name="T0" fmla="*/ 0 w 45"/>
                <a:gd name="T1" fmla="*/ 26252289 h 60"/>
                <a:gd name="T2" fmla="*/ 0 w 45"/>
                <a:gd name="T3" fmla="*/ 17938976 h 60"/>
                <a:gd name="T4" fmla="*/ 2695902 w 45"/>
                <a:gd name="T5" fmla="*/ 7438193 h 60"/>
                <a:gd name="T6" fmla="*/ 19768830 w 45"/>
                <a:gd name="T7" fmla="*/ 0 h 60"/>
                <a:gd name="T8" fmla="*/ 20217924 w 45"/>
                <a:gd name="T9" fmla="*/ 0 h 60"/>
                <a:gd name="T10" fmla="*/ 20217924 w 45"/>
                <a:gd name="T11" fmla="*/ 7875422 h 60"/>
                <a:gd name="T12" fmla="*/ 19768830 w 45"/>
                <a:gd name="T13" fmla="*/ 7875422 h 60"/>
                <a:gd name="T14" fmla="*/ 2695902 w 45"/>
                <a:gd name="T15" fmla="*/ 15313615 h 60"/>
                <a:gd name="T16" fmla="*/ 0 w 45"/>
                <a:gd name="T17" fmla="*/ 26252289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" h="60">
                  <a:moveTo>
                    <a:pt x="0" y="60"/>
                  </a:moveTo>
                  <a:lnTo>
                    <a:pt x="0" y="41"/>
                  </a:lnTo>
                  <a:cubicBezTo>
                    <a:pt x="0" y="32"/>
                    <a:pt x="2" y="24"/>
                    <a:pt x="6" y="17"/>
                  </a:cubicBezTo>
                  <a:cubicBezTo>
                    <a:pt x="14" y="5"/>
                    <a:pt x="26" y="0"/>
                    <a:pt x="44" y="0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45" y="18"/>
                  </a:lnTo>
                  <a:cubicBezTo>
                    <a:pt x="45" y="18"/>
                    <a:pt x="45" y="18"/>
                    <a:pt x="44" y="18"/>
                  </a:cubicBezTo>
                  <a:cubicBezTo>
                    <a:pt x="26" y="18"/>
                    <a:pt x="14" y="24"/>
                    <a:pt x="6" y="35"/>
                  </a:cubicBezTo>
                  <a:cubicBezTo>
                    <a:pt x="2" y="42"/>
                    <a:pt x="0" y="50"/>
                    <a:pt x="0" y="6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9" name="Freeform 201"/>
            <p:cNvSpPr>
              <a:spLocks noChangeArrowheads="1"/>
            </p:cNvSpPr>
            <p:nvPr/>
          </p:nvSpPr>
          <p:spPr bwMode="auto">
            <a:xfrm>
              <a:off x="4448175" y="3511550"/>
              <a:ext cx="26988" cy="25400"/>
            </a:xfrm>
            <a:custGeom>
              <a:avLst/>
              <a:gdLst>
                <a:gd name="T0" fmla="*/ 18675696 w 39"/>
                <a:gd name="T1" fmla="*/ 0 h 37"/>
                <a:gd name="T2" fmla="*/ 18675696 w 39"/>
                <a:gd name="T3" fmla="*/ 8482914 h 37"/>
                <a:gd name="T4" fmla="*/ 18675696 w 39"/>
                <a:gd name="T5" fmla="*/ 8482914 h 37"/>
                <a:gd name="T6" fmla="*/ 0 w 39"/>
                <a:gd name="T7" fmla="*/ 17436757 h 37"/>
                <a:gd name="T8" fmla="*/ 0 w 39"/>
                <a:gd name="T9" fmla="*/ 8953843 h 37"/>
                <a:gd name="T10" fmla="*/ 18675696 w 39"/>
                <a:gd name="T11" fmla="*/ 0 h 37"/>
                <a:gd name="T12" fmla="*/ 18675696 w 39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37">
                  <a:moveTo>
                    <a:pt x="39" y="0"/>
                  </a:moveTo>
                  <a:lnTo>
                    <a:pt x="39" y="18"/>
                  </a:lnTo>
                  <a:cubicBezTo>
                    <a:pt x="39" y="18"/>
                    <a:pt x="39" y="18"/>
                    <a:pt x="39" y="18"/>
                  </a:cubicBezTo>
                  <a:cubicBezTo>
                    <a:pt x="20" y="18"/>
                    <a:pt x="7" y="24"/>
                    <a:pt x="0" y="37"/>
                  </a:cubicBezTo>
                  <a:lnTo>
                    <a:pt x="0" y="19"/>
                  </a:lnTo>
                  <a:cubicBezTo>
                    <a:pt x="7" y="6"/>
                    <a:pt x="20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0" name="Freeform 202"/>
            <p:cNvSpPr>
              <a:spLocks noChangeArrowheads="1"/>
            </p:cNvSpPr>
            <p:nvPr/>
          </p:nvSpPr>
          <p:spPr bwMode="auto">
            <a:xfrm>
              <a:off x="4446588" y="3524250"/>
              <a:ext cx="1587" cy="17463"/>
            </a:xfrm>
            <a:custGeom>
              <a:avLst/>
              <a:gdLst>
                <a:gd name="T0" fmla="*/ 839523 w 3"/>
                <a:gd name="T1" fmla="*/ 0 h 25"/>
                <a:gd name="T2" fmla="*/ 839523 w 3"/>
                <a:gd name="T3" fmla="*/ 8782492 h 25"/>
                <a:gd name="T4" fmla="*/ 0 w 3"/>
                <a:gd name="T5" fmla="*/ 12198255 h 25"/>
                <a:gd name="T6" fmla="*/ 0 w 3"/>
                <a:gd name="T7" fmla="*/ 3415763 h 25"/>
                <a:gd name="T8" fmla="*/ 839523 w 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5">
                  <a:moveTo>
                    <a:pt x="3" y="0"/>
                  </a:moveTo>
                  <a:lnTo>
                    <a:pt x="3" y="18"/>
                  </a:lnTo>
                  <a:cubicBezTo>
                    <a:pt x="1" y="20"/>
                    <a:pt x="0" y="22"/>
                    <a:pt x="0" y="25"/>
                  </a:cubicBezTo>
                  <a:lnTo>
                    <a:pt x="0" y="7"/>
                  </a:lnTo>
                  <a:cubicBezTo>
                    <a:pt x="0" y="4"/>
                    <a:pt x="1" y="2"/>
                    <a:pt x="3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1" name="Freeform 203"/>
            <p:cNvSpPr>
              <a:spLocks noChangeArrowheads="1"/>
            </p:cNvSpPr>
            <p:nvPr/>
          </p:nvSpPr>
          <p:spPr bwMode="auto">
            <a:xfrm>
              <a:off x="4445000" y="3529013"/>
              <a:ext cx="1588" cy="17462"/>
            </a:xfrm>
            <a:custGeom>
              <a:avLst/>
              <a:gdLst>
                <a:gd name="T0" fmla="*/ 2521744 w 1"/>
                <a:gd name="T1" fmla="*/ 0 h 26"/>
                <a:gd name="T2" fmla="*/ 2521744 w 1"/>
                <a:gd name="T3" fmla="*/ 8119158 h 26"/>
                <a:gd name="T4" fmla="*/ 0 w 1"/>
                <a:gd name="T5" fmla="*/ 11727748 h 26"/>
                <a:gd name="T6" fmla="*/ 0 w 1"/>
                <a:gd name="T7" fmla="*/ 3157264 h 26"/>
                <a:gd name="T8" fmla="*/ 2521744 w 1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6">
                  <a:moveTo>
                    <a:pt x="1" y="0"/>
                  </a:moveTo>
                  <a:lnTo>
                    <a:pt x="1" y="18"/>
                  </a:lnTo>
                  <a:cubicBezTo>
                    <a:pt x="0" y="20"/>
                    <a:pt x="0" y="23"/>
                    <a:pt x="0" y="26"/>
                  </a:cubicBezTo>
                  <a:lnTo>
                    <a:pt x="0" y="7"/>
                  </a:lnTo>
                  <a:cubicBezTo>
                    <a:pt x="0" y="5"/>
                    <a:pt x="0" y="2"/>
                    <a:pt x="1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2" name="Freeform 204"/>
            <p:cNvSpPr>
              <a:spLocks noChangeArrowheads="1"/>
            </p:cNvSpPr>
            <p:nvPr/>
          </p:nvSpPr>
          <p:spPr bwMode="auto">
            <a:xfrm>
              <a:off x="4445000" y="3533775"/>
              <a:ext cx="0" cy="17463"/>
            </a:xfrm>
            <a:custGeom>
              <a:avLst/>
              <a:gdLst>
                <a:gd name="T0" fmla="*/ 0 h 25"/>
                <a:gd name="T1" fmla="*/ 8782492 h 25"/>
                <a:gd name="T2" fmla="*/ 12198255 h 25"/>
                <a:gd name="T3" fmla="*/ 2927497 h 25"/>
                <a:gd name="T4" fmla="*/ 0 h 25"/>
                <a:gd name="T5" fmla="*/ 0 60000 65536"/>
                <a:gd name="T6" fmla="*/ 0 60000 65536"/>
                <a:gd name="T7" fmla="*/ 0 60000 65536"/>
                <a:gd name="T8" fmla="*/ 0 60000 65536"/>
                <a:gd name="T9" fmla="*/ 0 60000 65536"/>
              </a:gdLst>
              <a:ahLst/>
              <a:cxnLst>
                <a:cxn ang="T5">
                  <a:pos x="0" y="T0"/>
                </a:cxn>
                <a:cxn ang="T6">
                  <a:pos x="0" y="T1"/>
                </a:cxn>
                <a:cxn ang="T7">
                  <a:pos x="0" y="T2"/>
                </a:cxn>
                <a:cxn ang="T8">
                  <a:pos x="0" y="T3"/>
                </a:cxn>
                <a:cxn ang="T9">
                  <a:pos x="0" y="T4"/>
                </a:cxn>
              </a:cxnLst>
              <a:rect l="0" t="0" r="r" b="b"/>
              <a:pathLst>
                <a:path h="25">
                  <a:moveTo>
                    <a:pt x="0" y="0"/>
                  </a:moveTo>
                  <a:lnTo>
                    <a:pt x="0" y="18"/>
                  </a:lnTo>
                  <a:cubicBezTo>
                    <a:pt x="0" y="20"/>
                    <a:pt x="0" y="22"/>
                    <a:pt x="0" y="25"/>
                  </a:cubicBezTo>
                  <a:lnTo>
                    <a:pt x="0" y="6"/>
                  </a:lnTo>
                  <a:cubicBezTo>
                    <a:pt x="0" y="4"/>
                    <a:pt x="0" y="2"/>
                    <a:pt x="0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3" name="Freeform 205"/>
            <p:cNvSpPr>
              <a:spLocks noChangeArrowheads="1"/>
            </p:cNvSpPr>
            <p:nvPr/>
          </p:nvSpPr>
          <p:spPr bwMode="auto">
            <a:xfrm>
              <a:off x="4475163" y="3511550"/>
              <a:ext cx="30162" cy="39688"/>
            </a:xfrm>
            <a:custGeom>
              <a:avLst/>
              <a:gdLst>
                <a:gd name="T0" fmla="*/ 20216583 w 45"/>
                <a:gd name="T1" fmla="*/ 18376867 h 60"/>
                <a:gd name="T2" fmla="*/ 20216583 w 45"/>
                <a:gd name="T3" fmla="*/ 26252289 h 60"/>
                <a:gd name="T4" fmla="*/ 17071692 w 45"/>
                <a:gd name="T5" fmla="*/ 15751506 h 60"/>
                <a:gd name="T6" fmla="*/ 0 w 45"/>
                <a:gd name="T7" fmla="*/ 7875422 h 60"/>
                <a:gd name="T8" fmla="*/ 0 w 45"/>
                <a:gd name="T9" fmla="*/ 0 h 60"/>
                <a:gd name="T10" fmla="*/ 17071692 w 45"/>
                <a:gd name="T11" fmla="*/ 7875422 h 60"/>
                <a:gd name="T12" fmla="*/ 20216583 w 45"/>
                <a:gd name="T13" fmla="*/ 1837686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0">
                  <a:moveTo>
                    <a:pt x="45" y="42"/>
                  </a:moveTo>
                  <a:lnTo>
                    <a:pt x="45" y="60"/>
                  </a:lnTo>
                  <a:cubicBezTo>
                    <a:pt x="45" y="51"/>
                    <a:pt x="42" y="43"/>
                    <a:pt x="38" y="36"/>
                  </a:cubicBezTo>
                  <a:cubicBezTo>
                    <a:pt x="30" y="24"/>
                    <a:pt x="17" y="18"/>
                    <a:pt x="0" y="18"/>
                  </a:cubicBezTo>
                  <a:lnTo>
                    <a:pt x="0" y="0"/>
                  </a:lnTo>
                  <a:cubicBezTo>
                    <a:pt x="17" y="0"/>
                    <a:pt x="30" y="6"/>
                    <a:pt x="38" y="18"/>
                  </a:cubicBezTo>
                  <a:cubicBezTo>
                    <a:pt x="42" y="25"/>
                    <a:pt x="45" y="33"/>
                    <a:pt x="45" y="42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4" name="Freeform 206"/>
            <p:cNvSpPr>
              <a:spLocks noChangeArrowheads="1"/>
            </p:cNvSpPr>
            <p:nvPr/>
          </p:nvSpPr>
          <p:spPr bwMode="auto">
            <a:xfrm>
              <a:off x="4475163" y="3511550"/>
              <a:ext cx="30162" cy="39688"/>
            </a:xfrm>
            <a:custGeom>
              <a:avLst/>
              <a:gdLst>
                <a:gd name="T0" fmla="*/ 20216583 w 45"/>
                <a:gd name="T1" fmla="*/ 18376867 h 60"/>
                <a:gd name="T2" fmla="*/ 20216583 w 45"/>
                <a:gd name="T3" fmla="*/ 26252289 h 60"/>
                <a:gd name="T4" fmla="*/ 17071692 w 45"/>
                <a:gd name="T5" fmla="*/ 15751506 h 60"/>
                <a:gd name="T6" fmla="*/ 0 w 45"/>
                <a:gd name="T7" fmla="*/ 7875422 h 60"/>
                <a:gd name="T8" fmla="*/ 0 w 45"/>
                <a:gd name="T9" fmla="*/ 0 h 60"/>
                <a:gd name="T10" fmla="*/ 17071692 w 45"/>
                <a:gd name="T11" fmla="*/ 7875422 h 60"/>
                <a:gd name="T12" fmla="*/ 20216583 w 45"/>
                <a:gd name="T13" fmla="*/ 1837686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60">
                  <a:moveTo>
                    <a:pt x="45" y="42"/>
                  </a:moveTo>
                  <a:lnTo>
                    <a:pt x="45" y="60"/>
                  </a:lnTo>
                  <a:cubicBezTo>
                    <a:pt x="45" y="51"/>
                    <a:pt x="42" y="43"/>
                    <a:pt x="38" y="36"/>
                  </a:cubicBezTo>
                  <a:cubicBezTo>
                    <a:pt x="30" y="24"/>
                    <a:pt x="17" y="18"/>
                    <a:pt x="0" y="18"/>
                  </a:cubicBezTo>
                  <a:lnTo>
                    <a:pt x="0" y="0"/>
                  </a:lnTo>
                  <a:cubicBezTo>
                    <a:pt x="17" y="0"/>
                    <a:pt x="30" y="6"/>
                    <a:pt x="38" y="18"/>
                  </a:cubicBezTo>
                  <a:cubicBezTo>
                    <a:pt x="42" y="25"/>
                    <a:pt x="45" y="33"/>
                    <a:pt x="45" y="42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5" name="Freeform 207"/>
            <p:cNvSpPr>
              <a:spLocks noChangeArrowheads="1"/>
            </p:cNvSpPr>
            <p:nvPr/>
          </p:nvSpPr>
          <p:spPr bwMode="auto">
            <a:xfrm>
              <a:off x="4540250" y="3568700"/>
              <a:ext cx="30163" cy="11113"/>
            </a:xfrm>
            <a:custGeom>
              <a:avLst/>
              <a:gdLst>
                <a:gd name="T0" fmla="*/ 0 w 43"/>
                <a:gd name="T1" fmla="*/ 0 h 18"/>
                <a:gd name="T2" fmla="*/ 21158292 w 43"/>
                <a:gd name="T3" fmla="*/ 0 h 18"/>
                <a:gd name="T4" fmla="*/ 21158292 w 43"/>
                <a:gd name="T5" fmla="*/ 6861043 h 18"/>
                <a:gd name="T6" fmla="*/ 0 w 43"/>
                <a:gd name="T7" fmla="*/ 6861043 h 18"/>
                <a:gd name="T8" fmla="*/ 0 w 43"/>
                <a:gd name="T9" fmla="*/ 0 h 18"/>
                <a:gd name="T10" fmla="*/ 0 w 43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8">
                  <a:moveTo>
                    <a:pt x="0" y="0"/>
                  </a:moveTo>
                  <a:lnTo>
                    <a:pt x="43" y="0"/>
                  </a:lnTo>
                  <a:lnTo>
                    <a:pt x="43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6" name="Freeform 208"/>
            <p:cNvSpPr>
              <a:spLocks noChangeArrowheads="1"/>
            </p:cNvSpPr>
            <p:nvPr/>
          </p:nvSpPr>
          <p:spPr bwMode="auto">
            <a:xfrm>
              <a:off x="4445000" y="3568700"/>
              <a:ext cx="60325" cy="11113"/>
            </a:xfrm>
            <a:custGeom>
              <a:avLst/>
              <a:gdLst>
                <a:gd name="T0" fmla="*/ 0 w 90"/>
                <a:gd name="T1" fmla="*/ 0 h 18"/>
                <a:gd name="T2" fmla="*/ 40434507 w 90"/>
                <a:gd name="T3" fmla="*/ 0 h 18"/>
                <a:gd name="T4" fmla="*/ 40434507 w 90"/>
                <a:gd name="T5" fmla="*/ 6861043 h 18"/>
                <a:gd name="T6" fmla="*/ 0 w 90"/>
                <a:gd name="T7" fmla="*/ 6861043 h 18"/>
                <a:gd name="T8" fmla="*/ 0 w 90"/>
                <a:gd name="T9" fmla="*/ 0 h 18"/>
                <a:gd name="T10" fmla="*/ 0 w 90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18">
                  <a:moveTo>
                    <a:pt x="0" y="0"/>
                  </a:moveTo>
                  <a:lnTo>
                    <a:pt x="90" y="0"/>
                  </a:lnTo>
                  <a:lnTo>
                    <a:pt x="90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7" name="Freeform 209"/>
            <p:cNvSpPr>
              <a:spLocks noChangeArrowheads="1"/>
            </p:cNvSpPr>
            <p:nvPr/>
          </p:nvSpPr>
          <p:spPr bwMode="auto">
            <a:xfrm>
              <a:off x="4386263" y="3568700"/>
              <a:ext cx="28575" cy="11113"/>
            </a:xfrm>
            <a:custGeom>
              <a:avLst/>
              <a:gdLst>
                <a:gd name="T0" fmla="*/ 0 w 43"/>
                <a:gd name="T1" fmla="*/ 0 h 18"/>
                <a:gd name="T2" fmla="*/ 18989084 w 43"/>
                <a:gd name="T3" fmla="*/ 0 h 18"/>
                <a:gd name="T4" fmla="*/ 18989084 w 43"/>
                <a:gd name="T5" fmla="*/ 6861043 h 18"/>
                <a:gd name="T6" fmla="*/ 0 w 43"/>
                <a:gd name="T7" fmla="*/ 6861043 h 18"/>
                <a:gd name="T8" fmla="*/ 0 w 43"/>
                <a:gd name="T9" fmla="*/ 0 h 18"/>
                <a:gd name="T10" fmla="*/ 0 w 43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8">
                  <a:moveTo>
                    <a:pt x="0" y="0"/>
                  </a:moveTo>
                  <a:lnTo>
                    <a:pt x="43" y="0"/>
                  </a:lnTo>
                  <a:lnTo>
                    <a:pt x="43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8" name="Freeform 210"/>
            <p:cNvSpPr>
              <a:spLocks noChangeArrowheads="1"/>
            </p:cNvSpPr>
            <p:nvPr/>
          </p:nvSpPr>
          <p:spPr bwMode="auto">
            <a:xfrm>
              <a:off x="4570413" y="3554413"/>
              <a:ext cx="47625" cy="44450"/>
            </a:xfrm>
            <a:custGeom>
              <a:avLst/>
              <a:gdLst>
                <a:gd name="T0" fmla="*/ 32402009 w 70"/>
                <a:gd name="T1" fmla="*/ 0 h 66"/>
                <a:gd name="T2" fmla="*/ 32402009 w 70"/>
                <a:gd name="T3" fmla="*/ 8164657 h 66"/>
                <a:gd name="T4" fmla="*/ 0 w 70"/>
                <a:gd name="T5" fmla="*/ 29936402 h 66"/>
                <a:gd name="T6" fmla="*/ 0 w 70"/>
                <a:gd name="T7" fmla="*/ 21771745 h 66"/>
                <a:gd name="T8" fmla="*/ 32402009 w 70"/>
                <a:gd name="T9" fmla="*/ 0 h 66"/>
                <a:gd name="T10" fmla="*/ 32402009 w 70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66">
                  <a:moveTo>
                    <a:pt x="70" y="0"/>
                  </a:moveTo>
                  <a:lnTo>
                    <a:pt x="70" y="18"/>
                  </a:lnTo>
                  <a:lnTo>
                    <a:pt x="0" y="66"/>
                  </a:lnTo>
                  <a:lnTo>
                    <a:pt x="0" y="4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9" name="Freeform 211"/>
            <p:cNvSpPr>
              <a:spLocks noChangeArrowheads="1"/>
            </p:cNvSpPr>
            <p:nvPr/>
          </p:nvSpPr>
          <p:spPr bwMode="auto">
            <a:xfrm>
              <a:off x="4338638" y="3554413"/>
              <a:ext cx="47625" cy="44450"/>
            </a:xfrm>
            <a:custGeom>
              <a:avLst/>
              <a:gdLst>
                <a:gd name="T0" fmla="*/ 31945643 w 71"/>
                <a:gd name="T1" fmla="*/ 21771745 h 66"/>
                <a:gd name="T2" fmla="*/ 31945643 w 71"/>
                <a:gd name="T3" fmla="*/ 29936402 h 66"/>
                <a:gd name="T4" fmla="*/ 0 w 71"/>
                <a:gd name="T5" fmla="*/ 8164657 h 66"/>
                <a:gd name="T6" fmla="*/ 0 w 71"/>
                <a:gd name="T7" fmla="*/ 0 h 66"/>
                <a:gd name="T8" fmla="*/ 31945643 w 71"/>
                <a:gd name="T9" fmla="*/ 21771745 h 66"/>
                <a:gd name="T10" fmla="*/ 31945643 w 71"/>
                <a:gd name="T11" fmla="*/ 21771745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66">
                  <a:moveTo>
                    <a:pt x="71" y="48"/>
                  </a:moveTo>
                  <a:lnTo>
                    <a:pt x="71" y="66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1" y="48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0" name="Freeform 212"/>
            <p:cNvSpPr>
              <a:spLocks noChangeArrowheads="1"/>
            </p:cNvSpPr>
            <p:nvPr/>
          </p:nvSpPr>
          <p:spPr bwMode="auto">
            <a:xfrm>
              <a:off x="4414838" y="3600450"/>
              <a:ext cx="30162" cy="12700"/>
            </a:xfrm>
            <a:custGeom>
              <a:avLst/>
              <a:gdLst>
                <a:gd name="T0" fmla="*/ 0 w 46"/>
                <a:gd name="T1" fmla="*/ 0 h 18"/>
                <a:gd name="T2" fmla="*/ 19777092 w 46"/>
                <a:gd name="T3" fmla="*/ 0 h 18"/>
                <a:gd name="T4" fmla="*/ 19777092 w 46"/>
                <a:gd name="T5" fmla="*/ 8960556 h 18"/>
                <a:gd name="T6" fmla="*/ 0 w 46"/>
                <a:gd name="T7" fmla="*/ 8960556 h 18"/>
                <a:gd name="T8" fmla="*/ 0 w 46"/>
                <a:gd name="T9" fmla="*/ 0 h 18"/>
                <a:gd name="T10" fmla="*/ 0 w 46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18">
                  <a:moveTo>
                    <a:pt x="0" y="0"/>
                  </a:moveTo>
                  <a:lnTo>
                    <a:pt x="46" y="0"/>
                  </a:lnTo>
                  <a:lnTo>
                    <a:pt x="46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692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1" name="Freeform 213"/>
            <p:cNvSpPr>
              <a:spLocks noChangeArrowheads="1"/>
            </p:cNvSpPr>
            <p:nvPr/>
          </p:nvSpPr>
          <p:spPr bwMode="auto">
            <a:xfrm>
              <a:off x="4338638" y="3484563"/>
              <a:ext cx="279400" cy="209550"/>
            </a:xfrm>
            <a:custGeom>
              <a:avLst/>
              <a:gdLst>
                <a:gd name="T0" fmla="*/ 187204700 w 417"/>
                <a:gd name="T1" fmla="*/ 46614498 h 313"/>
                <a:gd name="T2" fmla="*/ 155330319 w 417"/>
                <a:gd name="T3" fmla="*/ 68577079 h 313"/>
                <a:gd name="T4" fmla="*/ 155330319 w 417"/>
                <a:gd name="T5" fmla="*/ 56026841 h 313"/>
                <a:gd name="T6" fmla="*/ 135577342 w 417"/>
                <a:gd name="T7" fmla="*/ 56026841 h 313"/>
                <a:gd name="T8" fmla="*/ 135577342 w 417"/>
                <a:gd name="T9" fmla="*/ 79334425 h 313"/>
                <a:gd name="T10" fmla="*/ 149943327 w 417"/>
                <a:gd name="T11" fmla="*/ 79334425 h 313"/>
                <a:gd name="T12" fmla="*/ 149943327 w 417"/>
                <a:gd name="T13" fmla="*/ 140291382 h 313"/>
                <a:gd name="T14" fmla="*/ 36812458 w 417"/>
                <a:gd name="T15" fmla="*/ 140291382 h 313"/>
                <a:gd name="T16" fmla="*/ 36812458 w 417"/>
                <a:gd name="T17" fmla="*/ 79334425 h 313"/>
                <a:gd name="T18" fmla="*/ 112233037 w 417"/>
                <a:gd name="T19" fmla="*/ 79334425 h 313"/>
                <a:gd name="T20" fmla="*/ 112233037 w 417"/>
                <a:gd name="T21" fmla="*/ 56026841 h 313"/>
                <a:gd name="T22" fmla="*/ 71829251 w 417"/>
                <a:gd name="T23" fmla="*/ 56026841 h 313"/>
                <a:gd name="T24" fmla="*/ 71829251 w 417"/>
                <a:gd name="T25" fmla="*/ 80230201 h 313"/>
                <a:gd name="T26" fmla="*/ 51178442 w 417"/>
                <a:gd name="T27" fmla="*/ 80230201 h 313"/>
                <a:gd name="T28" fmla="*/ 51178442 w 417"/>
                <a:gd name="T29" fmla="*/ 56026841 h 313"/>
                <a:gd name="T30" fmla="*/ 31874381 w 417"/>
                <a:gd name="T31" fmla="*/ 56026841 h 313"/>
                <a:gd name="T32" fmla="*/ 31874381 w 417"/>
                <a:gd name="T33" fmla="*/ 68577079 h 313"/>
                <a:gd name="T34" fmla="*/ 0 w 417"/>
                <a:gd name="T35" fmla="*/ 46614498 h 313"/>
                <a:gd name="T36" fmla="*/ 31874381 w 417"/>
                <a:gd name="T37" fmla="*/ 24651917 h 313"/>
                <a:gd name="T38" fmla="*/ 31874381 w 417"/>
                <a:gd name="T39" fmla="*/ 36753597 h 313"/>
                <a:gd name="T40" fmla="*/ 50729526 w 417"/>
                <a:gd name="T41" fmla="*/ 36753597 h 313"/>
                <a:gd name="T42" fmla="*/ 93377892 w 417"/>
                <a:gd name="T43" fmla="*/ 0 h 313"/>
                <a:gd name="T44" fmla="*/ 123007693 w 417"/>
                <a:gd name="T45" fmla="*/ 8964455 h 313"/>
                <a:gd name="T46" fmla="*/ 135577342 w 417"/>
                <a:gd name="T47" fmla="*/ 34960706 h 313"/>
                <a:gd name="T48" fmla="*/ 135577342 w 417"/>
                <a:gd name="T49" fmla="*/ 36753597 h 313"/>
                <a:gd name="T50" fmla="*/ 155330319 w 417"/>
                <a:gd name="T51" fmla="*/ 36753597 h 313"/>
                <a:gd name="T52" fmla="*/ 155330319 w 417"/>
                <a:gd name="T53" fmla="*/ 24651917 h 313"/>
                <a:gd name="T54" fmla="*/ 187204700 w 417"/>
                <a:gd name="T55" fmla="*/ 46614498 h 31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17" h="313">
                  <a:moveTo>
                    <a:pt x="417" y="104"/>
                  </a:moveTo>
                  <a:lnTo>
                    <a:pt x="346" y="153"/>
                  </a:lnTo>
                  <a:lnTo>
                    <a:pt x="346" y="125"/>
                  </a:lnTo>
                  <a:lnTo>
                    <a:pt x="302" y="125"/>
                  </a:lnTo>
                  <a:lnTo>
                    <a:pt x="302" y="177"/>
                  </a:lnTo>
                  <a:lnTo>
                    <a:pt x="334" y="177"/>
                  </a:lnTo>
                  <a:lnTo>
                    <a:pt x="334" y="313"/>
                  </a:lnTo>
                  <a:lnTo>
                    <a:pt x="82" y="313"/>
                  </a:lnTo>
                  <a:lnTo>
                    <a:pt x="82" y="177"/>
                  </a:lnTo>
                  <a:lnTo>
                    <a:pt x="250" y="177"/>
                  </a:lnTo>
                  <a:lnTo>
                    <a:pt x="250" y="125"/>
                  </a:lnTo>
                  <a:lnTo>
                    <a:pt x="160" y="125"/>
                  </a:lnTo>
                  <a:lnTo>
                    <a:pt x="160" y="179"/>
                  </a:lnTo>
                  <a:lnTo>
                    <a:pt x="114" y="179"/>
                  </a:lnTo>
                  <a:lnTo>
                    <a:pt x="114" y="125"/>
                  </a:lnTo>
                  <a:lnTo>
                    <a:pt x="71" y="125"/>
                  </a:lnTo>
                  <a:lnTo>
                    <a:pt x="71" y="153"/>
                  </a:lnTo>
                  <a:lnTo>
                    <a:pt x="0" y="104"/>
                  </a:lnTo>
                  <a:lnTo>
                    <a:pt x="71" y="55"/>
                  </a:lnTo>
                  <a:lnTo>
                    <a:pt x="71" y="82"/>
                  </a:lnTo>
                  <a:lnTo>
                    <a:pt x="113" y="82"/>
                  </a:lnTo>
                  <a:cubicBezTo>
                    <a:pt x="120" y="27"/>
                    <a:pt x="151" y="0"/>
                    <a:pt x="208" y="0"/>
                  </a:cubicBezTo>
                  <a:cubicBezTo>
                    <a:pt x="234" y="0"/>
                    <a:pt x="256" y="6"/>
                    <a:pt x="274" y="20"/>
                  </a:cubicBezTo>
                  <a:cubicBezTo>
                    <a:pt x="293" y="34"/>
                    <a:pt x="302" y="54"/>
                    <a:pt x="302" y="78"/>
                  </a:cubicBezTo>
                  <a:lnTo>
                    <a:pt x="302" y="82"/>
                  </a:lnTo>
                  <a:lnTo>
                    <a:pt x="346" y="82"/>
                  </a:lnTo>
                  <a:lnTo>
                    <a:pt x="346" y="55"/>
                  </a:lnTo>
                  <a:lnTo>
                    <a:pt x="417" y="104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2" name="Freeform 214"/>
            <p:cNvSpPr>
              <a:spLocks noChangeArrowheads="1"/>
            </p:cNvSpPr>
            <p:nvPr/>
          </p:nvSpPr>
          <p:spPr bwMode="auto">
            <a:xfrm>
              <a:off x="4445000" y="3511550"/>
              <a:ext cx="60325" cy="28575"/>
            </a:xfrm>
            <a:custGeom>
              <a:avLst/>
              <a:gdLst>
                <a:gd name="T0" fmla="*/ 0 w 90"/>
                <a:gd name="T1" fmla="*/ 19441205 h 42"/>
                <a:gd name="T2" fmla="*/ 40434507 w 90"/>
                <a:gd name="T3" fmla="*/ 19441205 h 42"/>
                <a:gd name="T4" fmla="*/ 37289564 w 90"/>
                <a:gd name="T5" fmla="*/ 8331654 h 42"/>
                <a:gd name="T6" fmla="*/ 20217589 w 90"/>
                <a:gd name="T7" fmla="*/ 0 h 42"/>
                <a:gd name="T8" fmla="*/ 20217589 w 90"/>
                <a:gd name="T9" fmla="*/ 0 h 42"/>
                <a:gd name="T10" fmla="*/ 2695857 w 90"/>
                <a:gd name="T11" fmla="*/ 8331654 h 42"/>
                <a:gd name="T12" fmla="*/ 0 w 90"/>
                <a:gd name="T13" fmla="*/ 1944120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42">
                  <a:moveTo>
                    <a:pt x="0" y="42"/>
                  </a:moveTo>
                  <a:lnTo>
                    <a:pt x="90" y="42"/>
                  </a:lnTo>
                  <a:cubicBezTo>
                    <a:pt x="90" y="33"/>
                    <a:pt x="88" y="25"/>
                    <a:pt x="83" y="18"/>
                  </a:cubicBezTo>
                  <a:cubicBezTo>
                    <a:pt x="75" y="6"/>
                    <a:pt x="63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6" y="0"/>
                    <a:pt x="13" y="6"/>
                    <a:pt x="6" y="18"/>
                  </a:cubicBezTo>
                  <a:cubicBezTo>
                    <a:pt x="2" y="25"/>
                    <a:pt x="0" y="33"/>
                    <a:pt x="0" y="42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3" name="Freeform 215"/>
            <p:cNvSpPr>
              <a:spLocks noChangeArrowheads="1"/>
            </p:cNvSpPr>
            <p:nvPr/>
          </p:nvSpPr>
          <p:spPr bwMode="auto">
            <a:xfrm>
              <a:off x="4394200" y="3694113"/>
              <a:ext cx="168275" cy="11112"/>
            </a:xfrm>
            <a:custGeom>
              <a:avLst/>
              <a:gdLst>
                <a:gd name="T0" fmla="*/ 0 w 251"/>
                <a:gd name="T1" fmla="*/ 0 h 18"/>
                <a:gd name="T2" fmla="*/ 112814644 w 251"/>
                <a:gd name="T3" fmla="*/ 0 h 18"/>
                <a:gd name="T4" fmla="*/ 112814644 w 251"/>
                <a:gd name="T5" fmla="*/ 6859808 h 18"/>
                <a:gd name="T6" fmla="*/ 0 w 251"/>
                <a:gd name="T7" fmla="*/ 6859808 h 18"/>
                <a:gd name="T8" fmla="*/ 0 w 251"/>
                <a:gd name="T9" fmla="*/ 0 h 18"/>
                <a:gd name="T10" fmla="*/ 0 w 25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8">
                  <a:moveTo>
                    <a:pt x="0" y="0"/>
                  </a:moveTo>
                  <a:lnTo>
                    <a:pt x="251" y="0"/>
                  </a:lnTo>
                  <a:lnTo>
                    <a:pt x="251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34" name="TextBox 933"/>
          <p:cNvSpPr txBox="1"/>
          <p:nvPr/>
        </p:nvSpPr>
        <p:spPr>
          <a:xfrm>
            <a:off x="739513" y="3698945"/>
            <a:ext cx="636547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VPN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Connection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935" name="TextBox 934"/>
          <p:cNvSpPr txBox="1"/>
          <p:nvPr/>
        </p:nvSpPr>
        <p:spPr>
          <a:xfrm>
            <a:off x="723321" y="5275497"/>
            <a:ext cx="636547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Customer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Gateway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9221594" y="269377"/>
            <a:ext cx="899740" cy="1721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Users</a:t>
            </a:r>
          </a:p>
        </p:txBody>
      </p:sp>
      <p:grpSp>
        <p:nvGrpSpPr>
          <p:cNvPr id="240" name="그룹 10"/>
          <p:cNvGrpSpPr>
            <a:grpSpLocks/>
          </p:cNvGrpSpPr>
          <p:nvPr/>
        </p:nvGrpSpPr>
        <p:grpSpPr bwMode="auto">
          <a:xfrm>
            <a:off x="206866" y="3035775"/>
            <a:ext cx="390766" cy="474362"/>
            <a:chOff x="1819275" y="2519363"/>
            <a:chExt cx="319088" cy="387350"/>
          </a:xfrm>
        </p:grpSpPr>
        <p:sp>
          <p:nvSpPr>
            <p:cNvPr id="241" name="Freeform 51"/>
            <p:cNvSpPr>
              <a:spLocks noChangeArrowheads="1"/>
            </p:cNvSpPr>
            <p:nvPr/>
          </p:nvSpPr>
          <p:spPr bwMode="auto">
            <a:xfrm>
              <a:off x="1979613" y="2519363"/>
              <a:ext cx="66675" cy="387350"/>
            </a:xfrm>
            <a:custGeom>
              <a:avLst/>
              <a:gdLst>
                <a:gd name="T0" fmla="*/ 44455556 w 100"/>
                <a:gd name="T1" fmla="*/ 237874594 h 576"/>
                <a:gd name="T2" fmla="*/ 0 w 100"/>
                <a:gd name="T3" fmla="*/ 260486150 h 576"/>
                <a:gd name="T4" fmla="*/ 0 w 100"/>
                <a:gd name="T5" fmla="*/ 0 h 576"/>
                <a:gd name="T6" fmla="*/ 44455556 w 100"/>
                <a:gd name="T7" fmla="*/ 22611556 h 576"/>
                <a:gd name="T8" fmla="*/ 44455556 w 100"/>
                <a:gd name="T9" fmla="*/ 237874594 h 576"/>
                <a:gd name="T10" fmla="*/ 44455556 w 100"/>
                <a:gd name="T11" fmla="*/ 237874594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576">
                  <a:moveTo>
                    <a:pt x="100" y="52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100" y="50"/>
                  </a:lnTo>
                  <a:lnTo>
                    <a:pt x="100" y="526"/>
                  </a:lnTo>
                  <a:close/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2" name="Freeform 52"/>
            <p:cNvSpPr>
              <a:spLocks noChangeArrowheads="1"/>
            </p:cNvSpPr>
            <p:nvPr/>
          </p:nvSpPr>
          <p:spPr bwMode="auto">
            <a:xfrm>
              <a:off x="1911350" y="2519363"/>
              <a:ext cx="68263" cy="387350"/>
            </a:xfrm>
            <a:custGeom>
              <a:avLst/>
              <a:gdLst>
                <a:gd name="T0" fmla="*/ 0 w 100"/>
                <a:gd name="T1" fmla="*/ 237874594 h 576"/>
                <a:gd name="T2" fmla="*/ 46598372 w 100"/>
                <a:gd name="T3" fmla="*/ 260486150 h 576"/>
                <a:gd name="T4" fmla="*/ 46598372 w 100"/>
                <a:gd name="T5" fmla="*/ 0 h 576"/>
                <a:gd name="T6" fmla="*/ 0 w 100"/>
                <a:gd name="T7" fmla="*/ 22611556 h 576"/>
                <a:gd name="T8" fmla="*/ 0 w 100"/>
                <a:gd name="T9" fmla="*/ 237874594 h 576"/>
                <a:gd name="T10" fmla="*/ 0 w 100"/>
                <a:gd name="T11" fmla="*/ 237874594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576">
                  <a:moveTo>
                    <a:pt x="0" y="526"/>
                  </a:moveTo>
                  <a:lnTo>
                    <a:pt x="100" y="576"/>
                  </a:lnTo>
                  <a:lnTo>
                    <a:pt x="100" y="0"/>
                  </a:lnTo>
                  <a:lnTo>
                    <a:pt x="0" y="50"/>
                  </a:lnTo>
                  <a:lnTo>
                    <a:pt x="0" y="526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3" name="Freeform 53"/>
            <p:cNvSpPr>
              <a:spLocks noChangeArrowheads="1"/>
            </p:cNvSpPr>
            <p:nvPr/>
          </p:nvSpPr>
          <p:spPr bwMode="auto">
            <a:xfrm>
              <a:off x="1839913" y="2589213"/>
              <a:ext cx="114300" cy="71437"/>
            </a:xfrm>
            <a:custGeom>
              <a:avLst/>
              <a:gdLst>
                <a:gd name="T0" fmla="*/ 76849941 w 170"/>
                <a:gd name="T1" fmla="*/ 48602333 h 105"/>
                <a:gd name="T2" fmla="*/ 0 w 170"/>
                <a:gd name="T3" fmla="*/ 38418819 h 105"/>
                <a:gd name="T4" fmla="*/ 0 w 170"/>
                <a:gd name="T5" fmla="*/ 0 h 105"/>
                <a:gd name="T6" fmla="*/ 76849941 w 170"/>
                <a:gd name="T7" fmla="*/ 18052470 h 105"/>
                <a:gd name="T8" fmla="*/ 76849941 w 170"/>
                <a:gd name="T9" fmla="*/ 48602333 h 105"/>
                <a:gd name="T10" fmla="*/ 76849941 w 170"/>
                <a:gd name="T11" fmla="*/ 48602333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0" h="105">
                  <a:moveTo>
                    <a:pt x="170" y="105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170" y="39"/>
                  </a:lnTo>
                  <a:lnTo>
                    <a:pt x="170" y="105"/>
                  </a:lnTo>
                  <a:close/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4" name="Freeform 54"/>
            <p:cNvSpPr>
              <a:spLocks noChangeArrowheads="1"/>
            </p:cNvSpPr>
            <p:nvPr/>
          </p:nvSpPr>
          <p:spPr bwMode="auto">
            <a:xfrm>
              <a:off x="2005013" y="2622550"/>
              <a:ext cx="112712" cy="65088"/>
            </a:xfrm>
            <a:custGeom>
              <a:avLst/>
              <a:gdLst>
                <a:gd name="T0" fmla="*/ 74729382 w 170"/>
                <a:gd name="T1" fmla="*/ 0 h 98"/>
                <a:gd name="T2" fmla="*/ 0 w 170"/>
                <a:gd name="T3" fmla="*/ 12792449 h 98"/>
                <a:gd name="T4" fmla="*/ 0 w 170"/>
                <a:gd name="T5" fmla="*/ 43229059 h 98"/>
                <a:gd name="T6" fmla="*/ 74729382 w 170"/>
                <a:gd name="T7" fmla="*/ 38376682 h 98"/>
                <a:gd name="T8" fmla="*/ 74729382 w 170"/>
                <a:gd name="T9" fmla="*/ 0 h 98"/>
                <a:gd name="T10" fmla="*/ 74729382 w 170"/>
                <a:gd name="T11" fmla="*/ 0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0" h="98">
                  <a:moveTo>
                    <a:pt x="170" y="0"/>
                  </a:moveTo>
                  <a:lnTo>
                    <a:pt x="0" y="29"/>
                  </a:lnTo>
                  <a:lnTo>
                    <a:pt x="0" y="98"/>
                  </a:lnTo>
                  <a:lnTo>
                    <a:pt x="170" y="87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5" name="Freeform 55"/>
            <p:cNvSpPr>
              <a:spLocks noChangeArrowheads="1"/>
            </p:cNvSpPr>
            <p:nvPr/>
          </p:nvSpPr>
          <p:spPr bwMode="auto">
            <a:xfrm>
              <a:off x="2117725" y="2622550"/>
              <a:ext cx="20638" cy="60325"/>
            </a:xfrm>
            <a:custGeom>
              <a:avLst/>
              <a:gdLst>
                <a:gd name="T0" fmla="*/ 14197568 w 30"/>
                <a:gd name="T1" fmla="*/ 39990172 h 91"/>
                <a:gd name="T2" fmla="*/ 0 w 30"/>
                <a:gd name="T3" fmla="*/ 38232129 h 91"/>
                <a:gd name="T4" fmla="*/ 0 w 30"/>
                <a:gd name="T5" fmla="*/ 0 h 91"/>
                <a:gd name="T6" fmla="*/ 14197568 w 30"/>
                <a:gd name="T7" fmla="*/ 4833955 h 91"/>
                <a:gd name="T8" fmla="*/ 14197568 w 30"/>
                <a:gd name="T9" fmla="*/ 39990172 h 91"/>
                <a:gd name="T10" fmla="*/ 14197568 w 30"/>
                <a:gd name="T11" fmla="*/ 39990172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91">
                  <a:moveTo>
                    <a:pt x="30" y="91"/>
                  </a:moveTo>
                  <a:lnTo>
                    <a:pt x="0" y="87"/>
                  </a:lnTo>
                  <a:lnTo>
                    <a:pt x="0" y="0"/>
                  </a:lnTo>
                  <a:lnTo>
                    <a:pt x="30" y="11"/>
                  </a:lnTo>
                  <a:lnTo>
                    <a:pt x="30" y="91"/>
                  </a:lnTo>
                  <a:close/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6" name="Freeform 56"/>
            <p:cNvSpPr>
              <a:spLocks noChangeArrowheads="1"/>
            </p:cNvSpPr>
            <p:nvPr/>
          </p:nvSpPr>
          <p:spPr bwMode="auto">
            <a:xfrm>
              <a:off x="1819275" y="2589213"/>
              <a:ext cx="20638" cy="61912"/>
            </a:xfrm>
            <a:custGeom>
              <a:avLst/>
              <a:gdLst>
                <a:gd name="T0" fmla="*/ 0 w 30"/>
                <a:gd name="T1" fmla="*/ 6792823 h 92"/>
                <a:gd name="T2" fmla="*/ 14197568 w 30"/>
                <a:gd name="T3" fmla="*/ 0 h 92"/>
                <a:gd name="T4" fmla="*/ 14197568 w 30"/>
                <a:gd name="T5" fmla="*/ 37587987 h 92"/>
                <a:gd name="T6" fmla="*/ 0 w 30"/>
                <a:gd name="T7" fmla="*/ 41664084 h 92"/>
                <a:gd name="T8" fmla="*/ 0 w 30"/>
                <a:gd name="T9" fmla="*/ 6792823 h 92"/>
                <a:gd name="T10" fmla="*/ 0 w 30"/>
                <a:gd name="T11" fmla="*/ 6792823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92">
                  <a:moveTo>
                    <a:pt x="0" y="15"/>
                  </a:moveTo>
                  <a:lnTo>
                    <a:pt x="30" y="0"/>
                  </a:lnTo>
                  <a:lnTo>
                    <a:pt x="30" y="83"/>
                  </a:lnTo>
                  <a:lnTo>
                    <a:pt x="0" y="92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7" name="Freeform 57"/>
            <p:cNvSpPr>
              <a:spLocks noChangeArrowheads="1"/>
            </p:cNvSpPr>
            <p:nvPr/>
          </p:nvSpPr>
          <p:spPr bwMode="auto">
            <a:xfrm>
              <a:off x="1819275" y="2646363"/>
              <a:ext cx="134938" cy="17462"/>
            </a:xfrm>
            <a:custGeom>
              <a:avLst/>
              <a:gdLst>
                <a:gd name="T0" fmla="*/ 91041319 w 200"/>
                <a:gd name="T1" fmla="*/ 9472463 h 26"/>
                <a:gd name="T2" fmla="*/ 75109190 w 200"/>
                <a:gd name="T3" fmla="*/ 11727748 h 26"/>
                <a:gd name="T4" fmla="*/ 0 w 200"/>
                <a:gd name="T5" fmla="*/ 3608589 h 26"/>
                <a:gd name="T6" fmla="*/ 13656400 w 200"/>
                <a:gd name="T7" fmla="*/ 0 h 26"/>
                <a:gd name="T8" fmla="*/ 91041319 w 200"/>
                <a:gd name="T9" fmla="*/ 9472463 h 26"/>
                <a:gd name="T10" fmla="*/ 91041319 w 200"/>
                <a:gd name="T11" fmla="*/ 9472463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" h="26">
                  <a:moveTo>
                    <a:pt x="200" y="21"/>
                  </a:moveTo>
                  <a:lnTo>
                    <a:pt x="165" y="26"/>
                  </a:lnTo>
                  <a:lnTo>
                    <a:pt x="0" y="8"/>
                  </a:lnTo>
                  <a:lnTo>
                    <a:pt x="30" y="0"/>
                  </a:lnTo>
                  <a:lnTo>
                    <a:pt x="200" y="21"/>
                  </a:lnTo>
                  <a:close/>
                </a:path>
              </a:pathLst>
            </a:custGeom>
            <a:solidFill>
              <a:srgbClr val="6B3A1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8" name="Freeform 58"/>
            <p:cNvSpPr>
              <a:spLocks noChangeArrowheads="1"/>
            </p:cNvSpPr>
            <p:nvPr/>
          </p:nvSpPr>
          <p:spPr bwMode="auto">
            <a:xfrm>
              <a:off x="2005013" y="2681288"/>
              <a:ext cx="133350" cy="7937"/>
            </a:xfrm>
            <a:custGeom>
              <a:avLst/>
              <a:gdLst>
                <a:gd name="T0" fmla="*/ 88911113 w 200"/>
                <a:gd name="T1" fmla="*/ 1312251 h 12"/>
                <a:gd name="T2" fmla="*/ 13781056 w 200"/>
                <a:gd name="T3" fmla="*/ 5249664 h 12"/>
                <a:gd name="T4" fmla="*/ 0 w 200"/>
                <a:gd name="T5" fmla="*/ 4374610 h 12"/>
                <a:gd name="T6" fmla="*/ 76908279 w 200"/>
                <a:gd name="T7" fmla="*/ 0 h 12"/>
                <a:gd name="T8" fmla="*/ 88911113 w 200"/>
                <a:gd name="T9" fmla="*/ 1312251 h 12"/>
                <a:gd name="T10" fmla="*/ 88911113 w 200"/>
                <a:gd name="T11" fmla="*/ 131225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" h="12">
                  <a:moveTo>
                    <a:pt x="200" y="3"/>
                  </a:moveTo>
                  <a:lnTo>
                    <a:pt x="31" y="12"/>
                  </a:lnTo>
                  <a:lnTo>
                    <a:pt x="0" y="10"/>
                  </a:lnTo>
                  <a:lnTo>
                    <a:pt x="173" y="0"/>
                  </a:lnTo>
                  <a:lnTo>
                    <a:pt x="200" y="3"/>
                  </a:lnTo>
                  <a:close/>
                </a:path>
              </a:pathLst>
            </a:custGeom>
            <a:solidFill>
              <a:srgbClr val="6B3A1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49" name="TextBox 37"/>
          <p:cNvSpPr txBox="1">
            <a:spLocks noChangeArrowheads="1"/>
          </p:cNvSpPr>
          <p:nvPr/>
        </p:nvSpPr>
        <p:spPr bwMode="auto">
          <a:xfrm>
            <a:off x="515978" y="3186342"/>
            <a:ext cx="99848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Verdana" pitchFamily="34" charset="0"/>
                <a:cs typeface="Helvetica Neue"/>
              </a:rPr>
              <a:t>Route 53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Verdana" pitchFamily="34" charset="0"/>
              <a:cs typeface="Helvetica Neue"/>
            </a:endParaRPr>
          </a:p>
        </p:txBody>
      </p:sp>
      <p:sp>
        <p:nvSpPr>
          <p:cNvPr id="250" name="TextBox 249"/>
          <p:cNvSpPr txBox="1"/>
          <p:nvPr/>
        </p:nvSpPr>
        <p:spPr>
          <a:xfrm>
            <a:off x="7477605" y="222173"/>
            <a:ext cx="7861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kosmos.or.kr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77" name="직선 화살표 연결선 276"/>
          <p:cNvCxnSpPr/>
          <p:nvPr/>
        </p:nvCxnSpPr>
        <p:spPr bwMode="auto">
          <a:xfrm flipH="1">
            <a:off x="7470551" y="216588"/>
            <a:ext cx="201358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61" name="Picture 6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665" y="1403132"/>
            <a:ext cx="311817" cy="321878"/>
          </a:xfrm>
          <a:prstGeom prst="rect">
            <a:avLst/>
          </a:prstGeom>
        </p:spPr>
      </p:pic>
      <p:pic>
        <p:nvPicPr>
          <p:cNvPr id="263" name="Picture 6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16" y="4097936"/>
            <a:ext cx="439756" cy="453943"/>
          </a:xfrm>
          <a:prstGeom prst="rect">
            <a:avLst/>
          </a:prstGeom>
        </p:spPr>
      </p:pic>
      <p:sp>
        <p:nvSpPr>
          <p:cNvPr id="264" name="TextBox 263"/>
          <p:cNvSpPr txBox="1"/>
          <p:nvPr/>
        </p:nvSpPr>
        <p:spPr>
          <a:xfrm>
            <a:off x="613236" y="4270573"/>
            <a:ext cx="928083" cy="15457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t>NAT Gateway</a:t>
            </a:r>
          </a:p>
        </p:txBody>
      </p:sp>
      <p:grpSp>
        <p:nvGrpSpPr>
          <p:cNvPr id="265" name="그룹 264"/>
          <p:cNvGrpSpPr/>
          <p:nvPr/>
        </p:nvGrpSpPr>
        <p:grpSpPr>
          <a:xfrm>
            <a:off x="4427116" y="3404767"/>
            <a:ext cx="509351" cy="361577"/>
            <a:chOff x="434789" y="3966668"/>
            <a:chExt cx="640080" cy="434327"/>
          </a:xfrm>
        </p:grpSpPr>
        <p:pic>
          <p:nvPicPr>
            <p:cNvPr id="271" name="Picture 6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133" y="3966668"/>
              <a:ext cx="418815" cy="434327"/>
            </a:xfrm>
            <a:prstGeom prst="rect">
              <a:avLst/>
            </a:prstGeom>
          </p:spPr>
        </p:pic>
        <p:sp>
          <p:nvSpPr>
            <p:cNvPr id="272" name="TextBox 271"/>
            <p:cNvSpPr txBox="1"/>
            <p:nvPr/>
          </p:nvSpPr>
          <p:spPr>
            <a:xfrm>
              <a:off x="434789" y="4112083"/>
              <a:ext cx="640080" cy="1927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Search</a:t>
              </a:r>
            </a:p>
          </p:txBody>
        </p:sp>
      </p:grpSp>
      <p:grpSp>
        <p:nvGrpSpPr>
          <p:cNvPr id="286" name="그룹 285"/>
          <p:cNvGrpSpPr/>
          <p:nvPr/>
        </p:nvGrpSpPr>
        <p:grpSpPr>
          <a:xfrm>
            <a:off x="5009634" y="3408443"/>
            <a:ext cx="498779" cy="359725"/>
            <a:chOff x="424023" y="3966668"/>
            <a:chExt cx="640080" cy="434327"/>
          </a:xfrm>
        </p:grpSpPr>
        <p:pic>
          <p:nvPicPr>
            <p:cNvPr id="296" name="Picture 6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133" y="3966668"/>
              <a:ext cx="418815" cy="434327"/>
            </a:xfrm>
            <a:prstGeom prst="rect">
              <a:avLst/>
            </a:prstGeom>
          </p:spPr>
        </p:pic>
        <p:sp>
          <p:nvSpPr>
            <p:cNvPr id="297" name="TextBox 296"/>
            <p:cNvSpPr txBox="1"/>
            <p:nvPr/>
          </p:nvSpPr>
          <p:spPr>
            <a:xfrm>
              <a:off x="424023" y="4102370"/>
              <a:ext cx="640080" cy="1927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Mobile</a:t>
              </a:r>
            </a:p>
          </p:txBody>
        </p:sp>
      </p:grpSp>
      <p:grpSp>
        <p:nvGrpSpPr>
          <p:cNvPr id="897" name="그룹 9"/>
          <p:cNvGrpSpPr>
            <a:grpSpLocks/>
          </p:cNvGrpSpPr>
          <p:nvPr/>
        </p:nvGrpSpPr>
        <p:grpSpPr bwMode="auto">
          <a:xfrm>
            <a:off x="2852066" y="4535516"/>
            <a:ext cx="393699" cy="406399"/>
            <a:chOff x="4408488" y="4495800"/>
            <a:chExt cx="295275" cy="304800"/>
          </a:xfrm>
        </p:grpSpPr>
        <p:sp>
          <p:nvSpPr>
            <p:cNvPr id="898" name="Freeform 351"/>
            <p:cNvSpPr>
              <a:spLocks noChangeArrowheads="1"/>
            </p:cNvSpPr>
            <p:nvPr/>
          </p:nvSpPr>
          <p:spPr bwMode="auto">
            <a:xfrm>
              <a:off x="4560888" y="4495800"/>
              <a:ext cx="20637" cy="61913"/>
            </a:xfrm>
            <a:custGeom>
              <a:avLst/>
              <a:gdLst>
                <a:gd name="T0" fmla="*/ 14686428 w 29"/>
                <a:gd name="T1" fmla="*/ 32795915 h 93"/>
                <a:gd name="T2" fmla="*/ 14686428 w 29"/>
                <a:gd name="T3" fmla="*/ 41216749 h 93"/>
                <a:gd name="T4" fmla="*/ 0 w 29"/>
                <a:gd name="T5" fmla="*/ 7977457 h 93"/>
                <a:gd name="T6" fmla="*/ 0 w 29"/>
                <a:gd name="T7" fmla="*/ 0 h 93"/>
                <a:gd name="T8" fmla="*/ 14686428 w 29"/>
                <a:gd name="T9" fmla="*/ 32795915 h 93"/>
                <a:gd name="T10" fmla="*/ 14686428 w 29"/>
                <a:gd name="T11" fmla="*/ 32795915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9" y="74"/>
                  </a:moveTo>
                  <a:lnTo>
                    <a:pt x="29" y="93"/>
                  </a:lnTo>
                  <a:lnTo>
                    <a:pt x="0" y="18"/>
                  </a:lnTo>
                  <a:lnTo>
                    <a:pt x="0" y="0"/>
                  </a:lnTo>
                  <a:lnTo>
                    <a:pt x="29" y="74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9" name="Freeform 352"/>
            <p:cNvSpPr>
              <a:spLocks noChangeArrowheads="1"/>
            </p:cNvSpPr>
            <p:nvPr/>
          </p:nvSpPr>
          <p:spPr bwMode="auto">
            <a:xfrm>
              <a:off x="4565650" y="4627563"/>
              <a:ext cx="87313" cy="12700"/>
            </a:xfrm>
            <a:custGeom>
              <a:avLst/>
              <a:gdLst>
                <a:gd name="T0" fmla="*/ 0 w 129"/>
                <a:gd name="T1" fmla="*/ 0 h 18"/>
                <a:gd name="T2" fmla="*/ 59096687 w 129"/>
                <a:gd name="T3" fmla="*/ 0 h 18"/>
                <a:gd name="T4" fmla="*/ 59096687 w 129"/>
                <a:gd name="T5" fmla="*/ 8960556 h 18"/>
                <a:gd name="T6" fmla="*/ 0 w 129"/>
                <a:gd name="T7" fmla="*/ 8960556 h 18"/>
                <a:gd name="T8" fmla="*/ 0 w 129"/>
                <a:gd name="T9" fmla="*/ 0 h 18"/>
                <a:gd name="T10" fmla="*/ 0 w 129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9" h="18">
                  <a:moveTo>
                    <a:pt x="0" y="0"/>
                  </a:moveTo>
                  <a:lnTo>
                    <a:pt x="129" y="0"/>
                  </a:lnTo>
                  <a:lnTo>
                    <a:pt x="129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0" name="Freeform 353"/>
            <p:cNvSpPr>
              <a:spLocks noChangeArrowheads="1"/>
            </p:cNvSpPr>
            <p:nvPr/>
          </p:nvSpPr>
          <p:spPr bwMode="auto">
            <a:xfrm>
              <a:off x="4560888" y="4495800"/>
              <a:ext cx="141287" cy="136525"/>
            </a:xfrm>
            <a:custGeom>
              <a:avLst/>
              <a:gdLst>
                <a:gd name="T0" fmla="*/ 0 w 211"/>
                <a:gd name="T1" fmla="*/ 0 h 205"/>
                <a:gd name="T2" fmla="*/ 65014787 w 211"/>
                <a:gd name="T3" fmla="*/ 27498133 h 205"/>
                <a:gd name="T4" fmla="*/ 94607382 w 211"/>
                <a:gd name="T5" fmla="*/ 90922320 h 205"/>
                <a:gd name="T6" fmla="*/ 61427704 w 211"/>
                <a:gd name="T7" fmla="*/ 77616793 h 205"/>
                <a:gd name="T8" fmla="*/ 61427704 w 211"/>
                <a:gd name="T9" fmla="*/ 87817542 h 205"/>
                <a:gd name="T10" fmla="*/ 3138446 w 211"/>
                <a:gd name="T11" fmla="*/ 87817542 h 205"/>
                <a:gd name="T12" fmla="*/ 3138446 w 211"/>
                <a:gd name="T13" fmla="*/ 32820610 h 205"/>
                <a:gd name="T14" fmla="*/ 13003091 w 211"/>
                <a:gd name="T15" fmla="*/ 32820610 h 205"/>
                <a:gd name="T16" fmla="*/ 0 w 211"/>
                <a:gd name="T17" fmla="*/ 0 h 2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205">
                  <a:moveTo>
                    <a:pt x="0" y="0"/>
                  </a:moveTo>
                  <a:cubicBezTo>
                    <a:pt x="56" y="1"/>
                    <a:pt x="105" y="22"/>
                    <a:pt x="145" y="62"/>
                  </a:cubicBezTo>
                  <a:cubicBezTo>
                    <a:pt x="186" y="101"/>
                    <a:pt x="208" y="149"/>
                    <a:pt x="211" y="205"/>
                  </a:cubicBezTo>
                  <a:lnTo>
                    <a:pt x="137" y="175"/>
                  </a:lnTo>
                  <a:lnTo>
                    <a:pt x="137" y="198"/>
                  </a:lnTo>
                  <a:lnTo>
                    <a:pt x="7" y="198"/>
                  </a:lnTo>
                  <a:lnTo>
                    <a:pt x="7" y="74"/>
                  </a:lnTo>
                  <a:lnTo>
                    <a:pt x="29" y="74"/>
                  </a:lnTo>
                  <a:lnTo>
                    <a:pt x="0" y="0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1" name="Freeform 354"/>
            <p:cNvSpPr>
              <a:spLocks noChangeArrowheads="1"/>
            </p:cNvSpPr>
            <p:nvPr/>
          </p:nvSpPr>
          <p:spPr bwMode="auto">
            <a:xfrm>
              <a:off x="4652963" y="4613275"/>
              <a:ext cx="49212" cy="31750"/>
            </a:xfrm>
            <a:custGeom>
              <a:avLst/>
              <a:gdLst>
                <a:gd name="T0" fmla="*/ 32727975 w 74"/>
                <a:gd name="T1" fmla="*/ 12688094 h 48"/>
                <a:gd name="T2" fmla="*/ 32727975 w 74"/>
                <a:gd name="T3" fmla="*/ 21001302 h 48"/>
                <a:gd name="T4" fmla="*/ 0 w 74"/>
                <a:gd name="T5" fmla="*/ 7875323 h 48"/>
                <a:gd name="T6" fmla="*/ 0 w 74"/>
                <a:gd name="T7" fmla="*/ 0 h 48"/>
                <a:gd name="T8" fmla="*/ 32727975 w 74"/>
                <a:gd name="T9" fmla="*/ 12688094 h 48"/>
                <a:gd name="T10" fmla="*/ 32727975 w 74"/>
                <a:gd name="T11" fmla="*/ 12688094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48">
                  <a:moveTo>
                    <a:pt x="74" y="29"/>
                  </a:moveTo>
                  <a:lnTo>
                    <a:pt x="74" y="4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4" y="29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2" name="Freeform 355"/>
            <p:cNvSpPr>
              <a:spLocks noChangeArrowheads="1"/>
            </p:cNvSpPr>
            <p:nvPr/>
          </p:nvSpPr>
          <p:spPr bwMode="auto">
            <a:xfrm>
              <a:off x="4565650" y="4738688"/>
              <a:ext cx="15875" cy="12700"/>
            </a:xfrm>
            <a:custGeom>
              <a:avLst/>
              <a:gdLst>
                <a:gd name="T0" fmla="*/ 0 w 22"/>
                <a:gd name="T1" fmla="*/ 0 h 18"/>
                <a:gd name="T2" fmla="*/ 11455256 w 22"/>
                <a:gd name="T3" fmla="*/ 0 h 18"/>
                <a:gd name="T4" fmla="*/ 11455256 w 22"/>
                <a:gd name="T5" fmla="*/ 8960556 h 18"/>
                <a:gd name="T6" fmla="*/ 0 w 22"/>
                <a:gd name="T7" fmla="*/ 8960556 h 18"/>
                <a:gd name="T8" fmla="*/ 0 w 22"/>
                <a:gd name="T9" fmla="*/ 0 h 18"/>
                <a:gd name="T10" fmla="*/ 0 w 22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0"/>
                  </a:moveTo>
                  <a:lnTo>
                    <a:pt x="22" y="0"/>
                  </a:lnTo>
                  <a:lnTo>
                    <a:pt x="22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3" name="Freeform 356"/>
            <p:cNvSpPr>
              <a:spLocks noChangeArrowheads="1"/>
            </p:cNvSpPr>
            <p:nvPr/>
          </p:nvSpPr>
          <p:spPr bwMode="auto">
            <a:xfrm>
              <a:off x="4562475" y="4645025"/>
              <a:ext cx="141288" cy="142875"/>
            </a:xfrm>
            <a:custGeom>
              <a:avLst/>
              <a:gdLst>
                <a:gd name="T0" fmla="*/ 95057894 w 210"/>
                <a:gd name="T1" fmla="*/ 0 h 211"/>
                <a:gd name="T2" fmla="*/ 66540593 w 210"/>
                <a:gd name="T3" fmla="*/ 67401112 h 211"/>
                <a:gd name="T4" fmla="*/ 0 w 210"/>
                <a:gd name="T5" fmla="*/ 96745335 h 211"/>
                <a:gd name="T6" fmla="*/ 12674206 w 210"/>
                <a:gd name="T7" fmla="*/ 63732407 h 211"/>
                <a:gd name="T8" fmla="*/ 2716094 w 210"/>
                <a:gd name="T9" fmla="*/ 63732407 h 211"/>
                <a:gd name="T10" fmla="*/ 2716094 w 210"/>
                <a:gd name="T11" fmla="*/ 5502380 h 211"/>
                <a:gd name="T12" fmla="*/ 61108406 w 210"/>
                <a:gd name="T13" fmla="*/ 5502380 h 211"/>
                <a:gd name="T14" fmla="*/ 61108406 w 210"/>
                <a:gd name="T15" fmla="*/ 13296855 h 211"/>
                <a:gd name="T16" fmla="*/ 95057894 w 210"/>
                <a:gd name="T17" fmla="*/ 0 h 2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11">
                  <a:moveTo>
                    <a:pt x="210" y="0"/>
                  </a:moveTo>
                  <a:cubicBezTo>
                    <a:pt x="209" y="57"/>
                    <a:pt x="187" y="106"/>
                    <a:pt x="147" y="147"/>
                  </a:cubicBezTo>
                  <a:cubicBezTo>
                    <a:pt x="106" y="187"/>
                    <a:pt x="57" y="209"/>
                    <a:pt x="0" y="211"/>
                  </a:cubicBezTo>
                  <a:lnTo>
                    <a:pt x="28" y="139"/>
                  </a:lnTo>
                  <a:lnTo>
                    <a:pt x="6" y="139"/>
                  </a:lnTo>
                  <a:lnTo>
                    <a:pt x="6" y="12"/>
                  </a:lnTo>
                  <a:lnTo>
                    <a:pt x="135" y="12"/>
                  </a:lnTo>
                  <a:lnTo>
                    <a:pt x="135" y="29"/>
                  </a:lnTo>
                  <a:lnTo>
                    <a:pt x="210" y="0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4" name="Freeform 357"/>
            <p:cNvSpPr>
              <a:spLocks noChangeArrowheads="1"/>
            </p:cNvSpPr>
            <p:nvPr/>
          </p:nvSpPr>
          <p:spPr bwMode="auto">
            <a:xfrm>
              <a:off x="4562475" y="4645025"/>
              <a:ext cx="141288" cy="155575"/>
            </a:xfrm>
            <a:custGeom>
              <a:avLst/>
              <a:gdLst>
                <a:gd name="T0" fmla="*/ 95057894 w 210"/>
                <a:gd name="T1" fmla="*/ 0 h 230"/>
                <a:gd name="T2" fmla="*/ 95057894 w 210"/>
                <a:gd name="T3" fmla="*/ 8235329 h 230"/>
                <a:gd name="T4" fmla="*/ 66540593 w 210"/>
                <a:gd name="T5" fmla="*/ 75493107 h 230"/>
                <a:gd name="T6" fmla="*/ 0 w 210"/>
                <a:gd name="T7" fmla="*/ 105232959 h 230"/>
                <a:gd name="T8" fmla="*/ 0 w 210"/>
                <a:gd name="T9" fmla="*/ 96539699 h 230"/>
                <a:gd name="T10" fmla="*/ 66540593 w 210"/>
                <a:gd name="T11" fmla="*/ 67257778 h 230"/>
                <a:gd name="T12" fmla="*/ 95057894 w 210"/>
                <a:gd name="T13" fmla="*/ 0 h 2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30">
                  <a:moveTo>
                    <a:pt x="210" y="0"/>
                  </a:moveTo>
                  <a:lnTo>
                    <a:pt x="210" y="18"/>
                  </a:lnTo>
                  <a:cubicBezTo>
                    <a:pt x="209" y="76"/>
                    <a:pt x="187" y="125"/>
                    <a:pt x="147" y="165"/>
                  </a:cubicBezTo>
                  <a:cubicBezTo>
                    <a:pt x="106" y="206"/>
                    <a:pt x="57" y="228"/>
                    <a:pt x="0" y="230"/>
                  </a:cubicBezTo>
                  <a:lnTo>
                    <a:pt x="0" y="211"/>
                  </a:lnTo>
                  <a:cubicBezTo>
                    <a:pt x="57" y="209"/>
                    <a:pt x="106" y="187"/>
                    <a:pt x="147" y="147"/>
                  </a:cubicBezTo>
                  <a:cubicBezTo>
                    <a:pt x="187" y="106"/>
                    <a:pt x="209" y="57"/>
                    <a:pt x="210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5" name="Freeform 358"/>
            <p:cNvSpPr>
              <a:spLocks noChangeArrowheads="1"/>
            </p:cNvSpPr>
            <p:nvPr/>
          </p:nvSpPr>
          <p:spPr bwMode="auto">
            <a:xfrm>
              <a:off x="4702175" y="4645025"/>
              <a:ext cx="1588" cy="30163"/>
            </a:xfrm>
            <a:custGeom>
              <a:avLst/>
              <a:gdLst>
                <a:gd name="T0" fmla="*/ 1260078 w 2"/>
                <a:gd name="T1" fmla="*/ 0 h 43"/>
                <a:gd name="T2" fmla="*/ 1260078 w 2"/>
                <a:gd name="T3" fmla="*/ 8856699 h 43"/>
                <a:gd name="T4" fmla="*/ 0 w 2"/>
                <a:gd name="T5" fmla="*/ 21157591 h 43"/>
                <a:gd name="T6" fmla="*/ 0 w 2"/>
                <a:gd name="T7" fmla="*/ 11809165 h 43"/>
                <a:gd name="T8" fmla="*/ 1260078 w 2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43">
                  <a:moveTo>
                    <a:pt x="2" y="0"/>
                  </a:moveTo>
                  <a:lnTo>
                    <a:pt x="2" y="18"/>
                  </a:lnTo>
                  <a:cubicBezTo>
                    <a:pt x="1" y="27"/>
                    <a:pt x="1" y="35"/>
                    <a:pt x="0" y="43"/>
                  </a:cubicBezTo>
                  <a:lnTo>
                    <a:pt x="0" y="24"/>
                  </a:lnTo>
                  <a:cubicBezTo>
                    <a:pt x="1" y="16"/>
                    <a:pt x="1" y="8"/>
                    <a:pt x="2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6" name="Freeform 359"/>
            <p:cNvSpPr>
              <a:spLocks noChangeArrowheads="1"/>
            </p:cNvSpPr>
            <p:nvPr/>
          </p:nvSpPr>
          <p:spPr bwMode="auto">
            <a:xfrm>
              <a:off x="4695825" y="4662488"/>
              <a:ext cx="6350" cy="36512"/>
            </a:xfrm>
            <a:custGeom>
              <a:avLst/>
              <a:gdLst>
                <a:gd name="T0" fmla="*/ 5040313 w 8"/>
                <a:gd name="T1" fmla="*/ 0 h 54"/>
                <a:gd name="T2" fmla="*/ 5040313 w 8"/>
                <a:gd name="T3" fmla="*/ 8229399 h 54"/>
                <a:gd name="T4" fmla="*/ 0 w 8"/>
                <a:gd name="T5" fmla="*/ 24688197 h 54"/>
                <a:gd name="T6" fmla="*/ 0 w 8"/>
                <a:gd name="T7" fmla="*/ 16001722 h 54"/>
                <a:gd name="T8" fmla="*/ 5040313 w 8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4">
                  <a:moveTo>
                    <a:pt x="8" y="0"/>
                  </a:moveTo>
                  <a:lnTo>
                    <a:pt x="8" y="18"/>
                  </a:lnTo>
                  <a:cubicBezTo>
                    <a:pt x="6" y="30"/>
                    <a:pt x="3" y="42"/>
                    <a:pt x="0" y="54"/>
                  </a:cubicBezTo>
                  <a:lnTo>
                    <a:pt x="0" y="35"/>
                  </a:lnTo>
                  <a:cubicBezTo>
                    <a:pt x="3" y="23"/>
                    <a:pt x="6" y="11"/>
                    <a:pt x="8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7" name="Freeform 360"/>
            <p:cNvSpPr>
              <a:spLocks noChangeArrowheads="1"/>
            </p:cNvSpPr>
            <p:nvPr/>
          </p:nvSpPr>
          <p:spPr bwMode="auto">
            <a:xfrm>
              <a:off x="4684713" y="4686300"/>
              <a:ext cx="11112" cy="38100"/>
            </a:xfrm>
            <a:custGeom>
              <a:avLst/>
              <a:gdLst>
                <a:gd name="T0" fmla="*/ 7717979 w 16"/>
                <a:gd name="T1" fmla="*/ 0 h 57"/>
                <a:gd name="T2" fmla="*/ 7717979 w 16"/>
                <a:gd name="T3" fmla="*/ 8042442 h 57"/>
                <a:gd name="T4" fmla="*/ 0 w 16"/>
                <a:gd name="T5" fmla="*/ 25466842 h 57"/>
                <a:gd name="T6" fmla="*/ 0 w 16"/>
                <a:gd name="T7" fmla="*/ 16977895 h 57"/>
                <a:gd name="T8" fmla="*/ 7717979 w 16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7">
                  <a:moveTo>
                    <a:pt x="16" y="0"/>
                  </a:moveTo>
                  <a:lnTo>
                    <a:pt x="16" y="18"/>
                  </a:lnTo>
                  <a:cubicBezTo>
                    <a:pt x="12" y="32"/>
                    <a:pt x="6" y="44"/>
                    <a:pt x="0" y="57"/>
                  </a:cubicBezTo>
                  <a:lnTo>
                    <a:pt x="0" y="38"/>
                  </a:lnTo>
                  <a:cubicBezTo>
                    <a:pt x="6" y="25"/>
                    <a:pt x="12" y="13"/>
                    <a:pt x="16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8" name="Freeform 361"/>
            <p:cNvSpPr>
              <a:spLocks noChangeArrowheads="1"/>
            </p:cNvSpPr>
            <p:nvPr/>
          </p:nvSpPr>
          <p:spPr bwMode="auto">
            <a:xfrm>
              <a:off x="4562475" y="4711700"/>
              <a:ext cx="122238" cy="88900"/>
            </a:xfrm>
            <a:custGeom>
              <a:avLst/>
              <a:gdLst>
                <a:gd name="T0" fmla="*/ 81650308 w 183"/>
                <a:gd name="T1" fmla="*/ 0 h 132"/>
                <a:gd name="T2" fmla="*/ 81650308 w 183"/>
                <a:gd name="T3" fmla="*/ 8164657 h 132"/>
                <a:gd name="T4" fmla="*/ 0 w 183"/>
                <a:gd name="T5" fmla="*/ 59872803 h 132"/>
                <a:gd name="T6" fmla="*/ 0 w 183"/>
                <a:gd name="T7" fmla="*/ 51254891 h 132"/>
                <a:gd name="T8" fmla="*/ 81650308 w 183"/>
                <a:gd name="T9" fmla="*/ 0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3" h="132">
                  <a:moveTo>
                    <a:pt x="183" y="0"/>
                  </a:moveTo>
                  <a:lnTo>
                    <a:pt x="183" y="18"/>
                  </a:lnTo>
                  <a:cubicBezTo>
                    <a:pt x="144" y="91"/>
                    <a:pt x="82" y="128"/>
                    <a:pt x="0" y="132"/>
                  </a:cubicBezTo>
                  <a:lnTo>
                    <a:pt x="0" y="113"/>
                  </a:lnTo>
                  <a:cubicBezTo>
                    <a:pt x="82" y="109"/>
                    <a:pt x="144" y="72"/>
                    <a:pt x="183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9" name="Freeform 362"/>
            <p:cNvSpPr>
              <a:spLocks noChangeArrowheads="1"/>
            </p:cNvSpPr>
            <p:nvPr/>
          </p:nvSpPr>
          <p:spPr bwMode="auto">
            <a:xfrm>
              <a:off x="4530725" y="4738688"/>
              <a:ext cx="14288" cy="12700"/>
            </a:xfrm>
            <a:custGeom>
              <a:avLst/>
              <a:gdLst>
                <a:gd name="T0" fmla="*/ 0 w 22"/>
                <a:gd name="T1" fmla="*/ 0 h 18"/>
                <a:gd name="T2" fmla="*/ 9278757 w 22"/>
                <a:gd name="T3" fmla="*/ 0 h 18"/>
                <a:gd name="T4" fmla="*/ 9278757 w 22"/>
                <a:gd name="T5" fmla="*/ 8960556 h 18"/>
                <a:gd name="T6" fmla="*/ 0 w 22"/>
                <a:gd name="T7" fmla="*/ 8960556 h 18"/>
                <a:gd name="T8" fmla="*/ 0 w 22"/>
                <a:gd name="T9" fmla="*/ 0 h 18"/>
                <a:gd name="T10" fmla="*/ 0 w 22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0"/>
                  </a:moveTo>
                  <a:lnTo>
                    <a:pt x="22" y="0"/>
                  </a:lnTo>
                  <a:lnTo>
                    <a:pt x="22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0" name="Freeform 363"/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39700"/>
            </a:xfrm>
            <a:custGeom>
              <a:avLst/>
              <a:gdLst>
                <a:gd name="T0" fmla="*/ 0 w 210"/>
                <a:gd name="T1" fmla="*/ 0 h 206"/>
                <a:gd name="T2" fmla="*/ 30328264 w 210"/>
                <a:gd name="T3" fmla="*/ 11957235 h 206"/>
                <a:gd name="T4" fmla="*/ 30328264 w 210"/>
                <a:gd name="T5" fmla="*/ 3219203 h 206"/>
                <a:gd name="T6" fmla="*/ 91889028 w 210"/>
                <a:gd name="T7" fmla="*/ 3219203 h 206"/>
                <a:gd name="T8" fmla="*/ 91889028 w 210"/>
                <a:gd name="T9" fmla="*/ 61626010 h 206"/>
                <a:gd name="T10" fmla="*/ 81930986 w 210"/>
                <a:gd name="T11" fmla="*/ 61626010 h 206"/>
                <a:gd name="T12" fmla="*/ 95057894 w 210"/>
                <a:gd name="T13" fmla="*/ 94738301 h 206"/>
                <a:gd name="T14" fmla="*/ 28969890 w 210"/>
                <a:gd name="T15" fmla="*/ 65764792 h 206"/>
                <a:gd name="T16" fmla="*/ 0 w 210"/>
                <a:gd name="T17" fmla="*/ 0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06">
                  <a:moveTo>
                    <a:pt x="0" y="0"/>
                  </a:moveTo>
                  <a:lnTo>
                    <a:pt x="67" y="26"/>
                  </a:lnTo>
                  <a:lnTo>
                    <a:pt x="67" y="7"/>
                  </a:lnTo>
                  <a:lnTo>
                    <a:pt x="203" y="7"/>
                  </a:lnTo>
                  <a:lnTo>
                    <a:pt x="203" y="134"/>
                  </a:lnTo>
                  <a:lnTo>
                    <a:pt x="181" y="134"/>
                  </a:lnTo>
                  <a:lnTo>
                    <a:pt x="210" y="206"/>
                  </a:lnTo>
                  <a:cubicBezTo>
                    <a:pt x="153" y="204"/>
                    <a:pt x="105" y="183"/>
                    <a:pt x="64" y="143"/>
                  </a:cubicBezTo>
                  <a:cubicBezTo>
                    <a:pt x="24" y="104"/>
                    <a:pt x="2" y="56"/>
                    <a:pt x="0" y="0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1" name="Freeform 364"/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52400"/>
            </a:xfrm>
            <a:custGeom>
              <a:avLst/>
              <a:gdLst>
                <a:gd name="T0" fmla="*/ 95057894 w 210"/>
                <a:gd name="T1" fmla="*/ 94508997 h 225"/>
                <a:gd name="T2" fmla="*/ 95057894 w 210"/>
                <a:gd name="T3" fmla="*/ 103225600 h 225"/>
                <a:gd name="T4" fmla="*/ 28969890 w 210"/>
                <a:gd name="T5" fmla="*/ 74322432 h 225"/>
                <a:gd name="T6" fmla="*/ 0 w 210"/>
                <a:gd name="T7" fmla="*/ 8258048 h 225"/>
                <a:gd name="T8" fmla="*/ 0 w 210"/>
                <a:gd name="T9" fmla="*/ 0 h 225"/>
                <a:gd name="T10" fmla="*/ 28969890 w 210"/>
                <a:gd name="T11" fmla="*/ 65605829 h 225"/>
                <a:gd name="T12" fmla="*/ 95057894 w 210"/>
                <a:gd name="T13" fmla="*/ 94508997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25">
                  <a:moveTo>
                    <a:pt x="210" y="206"/>
                  </a:moveTo>
                  <a:lnTo>
                    <a:pt x="210" y="225"/>
                  </a:lnTo>
                  <a:cubicBezTo>
                    <a:pt x="153" y="223"/>
                    <a:pt x="105" y="202"/>
                    <a:pt x="64" y="162"/>
                  </a:cubicBezTo>
                  <a:cubicBezTo>
                    <a:pt x="24" y="123"/>
                    <a:pt x="2" y="75"/>
                    <a:pt x="0" y="18"/>
                  </a:cubicBezTo>
                  <a:lnTo>
                    <a:pt x="0" y="0"/>
                  </a:lnTo>
                  <a:cubicBezTo>
                    <a:pt x="2" y="56"/>
                    <a:pt x="24" y="104"/>
                    <a:pt x="64" y="143"/>
                  </a:cubicBezTo>
                  <a:cubicBezTo>
                    <a:pt x="105" y="183"/>
                    <a:pt x="153" y="204"/>
                    <a:pt x="210" y="206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2" name="Freeform 365"/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52400"/>
            </a:xfrm>
            <a:custGeom>
              <a:avLst/>
              <a:gdLst>
                <a:gd name="T0" fmla="*/ 95057894 w 210"/>
                <a:gd name="T1" fmla="*/ 94508997 h 225"/>
                <a:gd name="T2" fmla="*/ 95057894 w 210"/>
                <a:gd name="T3" fmla="*/ 103225600 h 225"/>
                <a:gd name="T4" fmla="*/ 28969890 w 210"/>
                <a:gd name="T5" fmla="*/ 74322432 h 225"/>
                <a:gd name="T6" fmla="*/ 0 w 210"/>
                <a:gd name="T7" fmla="*/ 8258048 h 225"/>
                <a:gd name="T8" fmla="*/ 0 w 210"/>
                <a:gd name="T9" fmla="*/ 0 h 225"/>
                <a:gd name="T10" fmla="*/ 28969890 w 210"/>
                <a:gd name="T11" fmla="*/ 65605829 h 225"/>
                <a:gd name="T12" fmla="*/ 95057894 w 210"/>
                <a:gd name="T13" fmla="*/ 94508997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25">
                  <a:moveTo>
                    <a:pt x="210" y="206"/>
                  </a:moveTo>
                  <a:lnTo>
                    <a:pt x="210" y="225"/>
                  </a:lnTo>
                  <a:cubicBezTo>
                    <a:pt x="153" y="223"/>
                    <a:pt x="105" y="202"/>
                    <a:pt x="64" y="162"/>
                  </a:cubicBezTo>
                  <a:cubicBezTo>
                    <a:pt x="24" y="123"/>
                    <a:pt x="2" y="75"/>
                    <a:pt x="0" y="18"/>
                  </a:cubicBezTo>
                  <a:lnTo>
                    <a:pt x="0" y="0"/>
                  </a:lnTo>
                  <a:cubicBezTo>
                    <a:pt x="2" y="56"/>
                    <a:pt x="24" y="104"/>
                    <a:pt x="64" y="143"/>
                  </a:cubicBezTo>
                  <a:cubicBezTo>
                    <a:pt x="105" y="183"/>
                    <a:pt x="153" y="204"/>
                    <a:pt x="210" y="206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3" name="Freeform 366"/>
            <p:cNvSpPr>
              <a:spLocks noChangeArrowheads="1"/>
            </p:cNvSpPr>
            <p:nvPr/>
          </p:nvSpPr>
          <p:spPr bwMode="auto">
            <a:xfrm>
              <a:off x="4530725" y="4495800"/>
              <a:ext cx="20638" cy="61913"/>
            </a:xfrm>
            <a:custGeom>
              <a:avLst/>
              <a:gdLst>
                <a:gd name="T0" fmla="*/ 14686428 w 29"/>
                <a:gd name="T1" fmla="*/ 0 h 93"/>
                <a:gd name="T2" fmla="*/ 14686428 w 29"/>
                <a:gd name="T3" fmla="*/ 7977457 h 93"/>
                <a:gd name="T4" fmla="*/ 0 w 29"/>
                <a:gd name="T5" fmla="*/ 41216749 h 93"/>
                <a:gd name="T6" fmla="*/ 0 w 29"/>
                <a:gd name="T7" fmla="*/ 32795915 h 93"/>
                <a:gd name="T8" fmla="*/ 14686428 w 29"/>
                <a:gd name="T9" fmla="*/ 0 h 93"/>
                <a:gd name="T10" fmla="*/ 14686428 w 29"/>
                <a:gd name="T11" fmla="*/ 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9" y="0"/>
                  </a:moveTo>
                  <a:lnTo>
                    <a:pt x="29" y="18"/>
                  </a:lnTo>
                  <a:lnTo>
                    <a:pt x="0" y="93"/>
                  </a:lnTo>
                  <a:lnTo>
                    <a:pt x="0" y="7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4" name="Freeform 367"/>
            <p:cNvSpPr>
              <a:spLocks noChangeArrowheads="1"/>
            </p:cNvSpPr>
            <p:nvPr/>
          </p:nvSpPr>
          <p:spPr bwMode="auto">
            <a:xfrm>
              <a:off x="4454525" y="4627563"/>
              <a:ext cx="90488" cy="12700"/>
            </a:xfrm>
            <a:custGeom>
              <a:avLst/>
              <a:gdLst>
                <a:gd name="T0" fmla="*/ 0 w 135"/>
                <a:gd name="T1" fmla="*/ 0 h 18"/>
                <a:gd name="T2" fmla="*/ 60651760 w 135"/>
                <a:gd name="T3" fmla="*/ 0 h 18"/>
                <a:gd name="T4" fmla="*/ 60651760 w 135"/>
                <a:gd name="T5" fmla="*/ 8960556 h 18"/>
                <a:gd name="T6" fmla="*/ 0 w 135"/>
                <a:gd name="T7" fmla="*/ 8960556 h 18"/>
                <a:gd name="T8" fmla="*/ 0 w 135"/>
                <a:gd name="T9" fmla="*/ 0 h 18"/>
                <a:gd name="T10" fmla="*/ 0 w 135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5" h="18">
                  <a:moveTo>
                    <a:pt x="0" y="0"/>
                  </a:moveTo>
                  <a:lnTo>
                    <a:pt x="135" y="0"/>
                  </a:lnTo>
                  <a:lnTo>
                    <a:pt x="135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5" name="Freeform 368"/>
            <p:cNvSpPr>
              <a:spLocks noChangeArrowheads="1"/>
            </p:cNvSpPr>
            <p:nvPr/>
          </p:nvSpPr>
          <p:spPr bwMode="auto">
            <a:xfrm>
              <a:off x="4408488" y="4495800"/>
              <a:ext cx="142875" cy="138113"/>
            </a:xfrm>
            <a:custGeom>
              <a:avLst/>
              <a:gdLst>
                <a:gd name="T0" fmla="*/ 96745335 w 211"/>
                <a:gd name="T1" fmla="*/ 0 h 206"/>
                <a:gd name="T2" fmla="*/ 82990061 w 211"/>
                <a:gd name="T3" fmla="*/ 33263108 h 206"/>
                <a:gd name="T4" fmla="*/ 93077307 w 211"/>
                <a:gd name="T5" fmla="*/ 33263108 h 206"/>
                <a:gd name="T6" fmla="*/ 93077307 w 211"/>
                <a:gd name="T7" fmla="*/ 89001090 h 206"/>
                <a:gd name="T8" fmla="*/ 30720156 w 211"/>
                <a:gd name="T9" fmla="*/ 89001090 h 206"/>
                <a:gd name="T10" fmla="*/ 30720156 w 211"/>
                <a:gd name="T11" fmla="*/ 80460879 h 206"/>
                <a:gd name="T12" fmla="*/ 0 w 211"/>
                <a:gd name="T13" fmla="*/ 92597392 h 206"/>
                <a:gd name="T14" fmla="*/ 29803319 w 211"/>
                <a:gd name="T15" fmla="*/ 27869326 h 206"/>
                <a:gd name="T16" fmla="*/ 96745335 w 211"/>
                <a:gd name="T17" fmla="*/ 0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206">
                  <a:moveTo>
                    <a:pt x="211" y="0"/>
                  </a:moveTo>
                  <a:lnTo>
                    <a:pt x="181" y="74"/>
                  </a:lnTo>
                  <a:lnTo>
                    <a:pt x="203" y="74"/>
                  </a:lnTo>
                  <a:lnTo>
                    <a:pt x="203" y="198"/>
                  </a:lnTo>
                  <a:lnTo>
                    <a:pt x="67" y="198"/>
                  </a:lnTo>
                  <a:lnTo>
                    <a:pt x="67" y="179"/>
                  </a:lnTo>
                  <a:lnTo>
                    <a:pt x="0" y="206"/>
                  </a:lnTo>
                  <a:cubicBezTo>
                    <a:pt x="2" y="150"/>
                    <a:pt x="24" y="102"/>
                    <a:pt x="65" y="62"/>
                  </a:cubicBezTo>
                  <a:cubicBezTo>
                    <a:pt x="105" y="22"/>
                    <a:pt x="154" y="1"/>
                    <a:pt x="211" y="0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6" name="Freeform 369"/>
            <p:cNvSpPr>
              <a:spLocks noChangeArrowheads="1"/>
            </p:cNvSpPr>
            <p:nvPr/>
          </p:nvSpPr>
          <p:spPr bwMode="auto">
            <a:xfrm>
              <a:off x="4408488" y="4616450"/>
              <a:ext cx="46037" cy="30163"/>
            </a:xfrm>
            <a:custGeom>
              <a:avLst/>
              <a:gdLst>
                <a:gd name="T0" fmla="*/ 31633603 w 67"/>
                <a:gd name="T1" fmla="*/ 0 h 45"/>
                <a:gd name="T2" fmla="*/ 31633603 w 67"/>
                <a:gd name="T3" fmla="*/ 8087035 h 45"/>
                <a:gd name="T4" fmla="*/ 0 w 67"/>
                <a:gd name="T5" fmla="*/ 20217253 h 45"/>
                <a:gd name="T6" fmla="*/ 0 w 67"/>
                <a:gd name="T7" fmla="*/ 11681124 h 45"/>
                <a:gd name="T8" fmla="*/ 31633603 w 67"/>
                <a:gd name="T9" fmla="*/ 0 h 45"/>
                <a:gd name="T10" fmla="*/ 31633603 w 67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45">
                  <a:moveTo>
                    <a:pt x="67" y="0"/>
                  </a:moveTo>
                  <a:lnTo>
                    <a:pt x="67" y="18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5634116" y="3408996"/>
            <a:ext cx="509351" cy="361577"/>
            <a:chOff x="433818" y="3966668"/>
            <a:chExt cx="640080" cy="434327"/>
          </a:xfrm>
        </p:grpSpPr>
        <p:pic>
          <p:nvPicPr>
            <p:cNvPr id="303" name="Picture 6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133" y="3966668"/>
              <a:ext cx="418815" cy="434327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433818" y="4111995"/>
              <a:ext cx="640080" cy="1927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NFS</a:t>
              </a:r>
            </a:p>
          </p:txBody>
        </p:sp>
      </p:grpSp>
      <p:pic>
        <p:nvPicPr>
          <p:cNvPr id="305" name="Picture 4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45" y="5758927"/>
            <a:ext cx="424619" cy="445166"/>
          </a:xfrm>
          <a:prstGeom prst="rect">
            <a:avLst/>
          </a:prstGeom>
        </p:spPr>
      </p:pic>
      <p:pic>
        <p:nvPicPr>
          <p:cNvPr id="306" name="Picture 4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700" y="3178722"/>
            <a:ext cx="424619" cy="445166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4149662" y="2687113"/>
            <a:ext cx="6519039" cy="19125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7" name="Rounded Rectangle 21"/>
          <p:cNvSpPr/>
          <p:nvPr/>
        </p:nvSpPr>
        <p:spPr>
          <a:xfrm rot="16200000">
            <a:off x="5120126" y="475939"/>
            <a:ext cx="1084084" cy="2622551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330" name="TextBox 329"/>
          <p:cNvSpPr txBox="1"/>
          <p:nvPr/>
        </p:nvSpPr>
        <p:spPr>
          <a:xfrm>
            <a:off x="4520808" y="1048680"/>
            <a:ext cx="23828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kosmos-pub-subnet-01 (192.168.241.0/24)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2" name="Rounded Rectangle 6">
            <a:extLst>
              <a:ext uri="{FF2B5EF4-FFF2-40B4-BE49-F238E27FC236}">
                <a16:creationId xmlns:a16="http://schemas.microsoft.com/office/drawing/2014/main" id="{2711F8A6-4598-4419-83BA-5B070CC19537}"/>
              </a:ext>
            </a:extLst>
          </p:cNvPr>
          <p:cNvSpPr/>
          <p:nvPr/>
        </p:nvSpPr>
        <p:spPr>
          <a:xfrm>
            <a:off x="7519272" y="1035914"/>
            <a:ext cx="3083351" cy="5548143"/>
          </a:xfrm>
          <a:prstGeom prst="roundRect">
            <a:avLst>
              <a:gd name="adj" fmla="val 9818"/>
            </a:avLst>
          </a:prstGeom>
          <a:noFill/>
          <a:ln w="12700">
            <a:solidFill>
              <a:srgbClr val="F7981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E48BA161-2F39-4484-B988-6DD58CB1834B}"/>
              </a:ext>
            </a:extLst>
          </p:cNvPr>
          <p:cNvSpPr txBox="1"/>
          <p:nvPr/>
        </p:nvSpPr>
        <p:spPr>
          <a:xfrm>
            <a:off x="9753994" y="797049"/>
            <a:ext cx="779390" cy="24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C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4" name="Rounded Rectangle 21">
            <a:extLst>
              <a:ext uri="{FF2B5EF4-FFF2-40B4-BE49-F238E27FC236}">
                <a16:creationId xmlns:a16="http://schemas.microsoft.com/office/drawing/2014/main" id="{97F57447-9D62-4C1C-AA1A-BEA62D1FAF4C}"/>
              </a:ext>
            </a:extLst>
          </p:cNvPr>
          <p:cNvSpPr/>
          <p:nvPr/>
        </p:nvSpPr>
        <p:spPr>
          <a:xfrm rot="16200000">
            <a:off x="8505911" y="342775"/>
            <a:ext cx="1102000" cy="2870963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962CE714-063D-4474-9F4B-0E67BC74BD50}"/>
              </a:ext>
            </a:extLst>
          </p:cNvPr>
          <p:cNvSpPr txBox="1"/>
          <p:nvPr/>
        </p:nvSpPr>
        <p:spPr>
          <a:xfrm>
            <a:off x="7927623" y="1041193"/>
            <a:ext cx="2402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kosmos-pub-subnet-02 (192.168.244.0/24)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8" name="Rounded Rectangle 21">
            <a:extLst>
              <a:ext uri="{FF2B5EF4-FFF2-40B4-BE49-F238E27FC236}">
                <a16:creationId xmlns:a16="http://schemas.microsoft.com/office/drawing/2014/main" id="{3E84B3D9-34F4-4065-8DFD-972F1C318AF4}"/>
              </a:ext>
            </a:extLst>
          </p:cNvPr>
          <p:cNvSpPr/>
          <p:nvPr/>
        </p:nvSpPr>
        <p:spPr>
          <a:xfrm rot="16200000">
            <a:off x="5082089" y="4228104"/>
            <a:ext cx="1096544" cy="2622847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343" name="Rounded Rectangle 21">
            <a:extLst>
              <a:ext uri="{FF2B5EF4-FFF2-40B4-BE49-F238E27FC236}">
                <a16:creationId xmlns:a16="http://schemas.microsoft.com/office/drawing/2014/main" id="{722F3E26-7456-4B5D-B723-FC3D16925653}"/>
              </a:ext>
            </a:extLst>
          </p:cNvPr>
          <p:cNvSpPr/>
          <p:nvPr/>
        </p:nvSpPr>
        <p:spPr>
          <a:xfrm rot="16200000">
            <a:off x="8505602" y="4100855"/>
            <a:ext cx="1082011" cy="2880548"/>
          </a:xfrm>
          <a:prstGeom prst="roundRect">
            <a:avLst>
              <a:gd name="adj" fmla="val 9818"/>
            </a:avLst>
          </a:prstGeom>
          <a:noFill/>
          <a:ln w="63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6E7F8DAD-242D-44AA-98FD-FE6C4495BB87}"/>
              </a:ext>
            </a:extLst>
          </p:cNvPr>
          <p:cNvSpPr txBox="1"/>
          <p:nvPr/>
        </p:nvSpPr>
        <p:spPr>
          <a:xfrm>
            <a:off x="5104648" y="6330844"/>
            <a:ext cx="1055709" cy="23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# Availability A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516CB865-88F7-4F27-9A3B-6BDB3CC1A2D2}"/>
              </a:ext>
            </a:extLst>
          </p:cNvPr>
          <p:cNvSpPr txBox="1"/>
          <p:nvPr/>
        </p:nvSpPr>
        <p:spPr>
          <a:xfrm>
            <a:off x="8702670" y="6336342"/>
            <a:ext cx="1037848" cy="23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# Availability C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FD0E353-0C76-441C-8D7F-70D76CC5524D}"/>
              </a:ext>
            </a:extLst>
          </p:cNvPr>
          <p:cNvSpPr txBox="1"/>
          <p:nvPr/>
        </p:nvSpPr>
        <p:spPr>
          <a:xfrm>
            <a:off x="7947452" y="5891198"/>
            <a:ext cx="2197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kosmos-db-subnet-01 (192.168.246.0/24)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9CA020D8-327A-47F6-9584-675F425932F3}"/>
              </a:ext>
            </a:extLst>
          </p:cNvPr>
          <p:cNvSpPr txBox="1"/>
          <p:nvPr/>
        </p:nvSpPr>
        <p:spPr>
          <a:xfrm>
            <a:off x="4517667" y="5909524"/>
            <a:ext cx="2418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kosmos-db-subnet-01 (192.168.243.0/24)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0C6FF2B1-0E7A-464C-A065-F5CED50B395F}"/>
              </a:ext>
            </a:extLst>
          </p:cNvPr>
          <p:cNvGrpSpPr/>
          <p:nvPr/>
        </p:nvGrpSpPr>
        <p:grpSpPr>
          <a:xfrm>
            <a:off x="7779119" y="1613212"/>
            <a:ext cx="536049" cy="383578"/>
            <a:chOff x="442057" y="3966668"/>
            <a:chExt cx="640080" cy="434327"/>
          </a:xfrm>
        </p:grpSpPr>
        <p:pic>
          <p:nvPicPr>
            <p:cNvPr id="389" name="Picture 68">
              <a:extLst>
                <a:ext uri="{FF2B5EF4-FFF2-40B4-BE49-F238E27FC236}">
                  <a16:creationId xmlns:a16="http://schemas.microsoft.com/office/drawing/2014/main" id="{64258E53-6653-46F0-B6A9-549F1F414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3" y="3966668"/>
              <a:ext cx="418815" cy="434327"/>
            </a:xfrm>
            <a:prstGeom prst="rect">
              <a:avLst/>
            </a:prstGeom>
          </p:spPr>
        </p:pic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FE68F7C1-17A0-4E08-88AE-B006EAAF3340}"/>
                </a:ext>
              </a:extLst>
            </p:cNvPr>
            <p:cNvSpPr txBox="1"/>
            <p:nvPr/>
          </p:nvSpPr>
          <p:spPr>
            <a:xfrm>
              <a:off x="442057" y="4022869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web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393" name="그룹 392">
            <a:extLst>
              <a:ext uri="{FF2B5EF4-FFF2-40B4-BE49-F238E27FC236}">
                <a16:creationId xmlns:a16="http://schemas.microsoft.com/office/drawing/2014/main" id="{3DBDC601-60A4-4D42-8495-031E2313C754}"/>
              </a:ext>
            </a:extLst>
          </p:cNvPr>
          <p:cNvGrpSpPr/>
          <p:nvPr/>
        </p:nvGrpSpPr>
        <p:grpSpPr>
          <a:xfrm>
            <a:off x="8585259" y="1339210"/>
            <a:ext cx="536049" cy="383578"/>
            <a:chOff x="447744" y="3966668"/>
            <a:chExt cx="640080" cy="434327"/>
          </a:xfrm>
        </p:grpSpPr>
        <p:pic>
          <p:nvPicPr>
            <p:cNvPr id="397" name="Picture 68">
              <a:extLst>
                <a:ext uri="{FF2B5EF4-FFF2-40B4-BE49-F238E27FC236}">
                  <a16:creationId xmlns:a16="http://schemas.microsoft.com/office/drawing/2014/main" id="{B652A1E9-6350-4A07-8A96-5D505D8E8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030" y="3966668"/>
              <a:ext cx="418815" cy="434327"/>
            </a:xfrm>
            <a:prstGeom prst="rect">
              <a:avLst/>
            </a:prstGeom>
          </p:spPr>
        </p:pic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771C4EA1-1DB6-4C0D-8B7E-60E9A06002E2}"/>
                </a:ext>
              </a:extLst>
            </p:cNvPr>
            <p:cNvSpPr txBox="1"/>
            <p:nvPr/>
          </p:nvSpPr>
          <p:spPr>
            <a:xfrm>
              <a:off x="447744" y="4012155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Bas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tion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9" name="그룹 398">
            <a:extLst>
              <a:ext uri="{FF2B5EF4-FFF2-40B4-BE49-F238E27FC236}">
                <a16:creationId xmlns:a16="http://schemas.microsoft.com/office/drawing/2014/main" id="{9B14CA9D-CA0B-4F1E-B656-187520EACA12}"/>
              </a:ext>
            </a:extLst>
          </p:cNvPr>
          <p:cNvGrpSpPr/>
          <p:nvPr/>
        </p:nvGrpSpPr>
        <p:grpSpPr>
          <a:xfrm>
            <a:off x="9191835" y="1340011"/>
            <a:ext cx="536049" cy="383578"/>
            <a:chOff x="442057" y="3966668"/>
            <a:chExt cx="640080" cy="434327"/>
          </a:xfrm>
        </p:grpSpPr>
        <p:pic>
          <p:nvPicPr>
            <p:cNvPr id="400" name="Picture 68">
              <a:extLst>
                <a:ext uri="{FF2B5EF4-FFF2-40B4-BE49-F238E27FC236}">
                  <a16:creationId xmlns:a16="http://schemas.microsoft.com/office/drawing/2014/main" id="{30C5B22A-7D3A-4010-B1D0-145DB08B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3" y="3966668"/>
              <a:ext cx="418815" cy="434327"/>
            </a:xfrm>
            <a:prstGeom prst="rect">
              <a:avLst/>
            </a:prstGeom>
          </p:spPr>
        </p:pic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D74A5948-AE2F-47CD-BE33-6D811C7A2CC6}"/>
                </a:ext>
              </a:extLst>
            </p:cNvPr>
            <p:cNvSpPr txBox="1"/>
            <p:nvPr/>
          </p:nvSpPr>
          <p:spPr>
            <a:xfrm>
              <a:off x="442057" y="4022869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mail</a:t>
              </a:r>
            </a:p>
          </p:txBody>
        </p:sp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CADF5799-3D81-4F6D-8A8E-EB9F84DA7D9A}"/>
              </a:ext>
            </a:extLst>
          </p:cNvPr>
          <p:cNvGrpSpPr/>
          <p:nvPr/>
        </p:nvGrpSpPr>
        <p:grpSpPr>
          <a:xfrm>
            <a:off x="8574690" y="1879435"/>
            <a:ext cx="536049" cy="383578"/>
            <a:chOff x="432040" y="3966667"/>
            <a:chExt cx="640080" cy="434327"/>
          </a:xfrm>
        </p:grpSpPr>
        <p:pic>
          <p:nvPicPr>
            <p:cNvPr id="403" name="Picture 68">
              <a:extLst>
                <a:ext uri="{FF2B5EF4-FFF2-40B4-BE49-F238E27FC236}">
                  <a16:creationId xmlns:a16="http://schemas.microsoft.com/office/drawing/2014/main" id="{26AC74CD-72AE-4A2D-BC2D-39C43029A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2" y="3966667"/>
              <a:ext cx="418815" cy="434327"/>
            </a:xfrm>
            <a:prstGeom prst="rect">
              <a:avLst/>
            </a:prstGeom>
          </p:spPr>
        </p:pic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E3201F4A-7449-4F09-A92F-4A2358944DDF}"/>
                </a:ext>
              </a:extLst>
            </p:cNvPr>
            <p:cNvSpPr txBox="1"/>
            <p:nvPr/>
          </p:nvSpPr>
          <p:spPr>
            <a:xfrm>
              <a:off x="432040" y="4098860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SPAM</a:t>
              </a:r>
            </a:p>
          </p:txBody>
        </p:sp>
      </p:grpSp>
      <p:grpSp>
        <p:nvGrpSpPr>
          <p:cNvPr id="405" name="그룹 404">
            <a:extLst>
              <a:ext uri="{FF2B5EF4-FFF2-40B4-BE49-F238E27FC236}">
                <a16:creationId xmlns:a16="http://schemas.microsoft.com/office/drawing/2014/main" id="{42631FB6-2FB8-4C75-AB76-8673FE6BF4B6}"/>
              </a:ext>
            </a:extLst>
          </p:cNvPr>
          <p:cNvGrpSpPr/>
          <p:nvPr/>
        </p:nvGrpSpPr>
        <p:grpSpPr>
          <a:xfrm>
            <a:off x="9190036" y="1879435"/>
            <a:ext cx="536049" cy="383578"/>
            <a:chOff x="423446" y="3966667"/>
            <a:chExt cx="640080" cy="434327"/>
          </a:xfrm>
        </p:grpSpPr>
        <p:pic>
          <p:nvPicPr>
            <p:cNvPr id="406" name="Picture 68">
              <a:extLst>
                <a:ext uri="{FF2B5EF4-FFF2-40B4-BE49-F238E27FC236}">
                  <a16:creationId xmlns:a16="http://schemas.microsoft.com/office/drawing/2014/main" id="{A987937B-2070-44BA-94BC-66F0E586C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006" y="3966667"/>
              <a:ext cx="418815" cy="434327"/>
            </a:xfrm>
            <a:prstGeom prst="rect">
              <a:avLst/>
            </a:prstGeom>
          </p:spPr>
        </p:pic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4610FAA6-C7EF-4202-98AF-FC4DC2BB5B38}"/>
                </a:ext>
              </a:extLst>
            </p:cNvPr>
            <p:cNvSpPr txBox="1"/>
            <p:nvPr/>
          </p:nvSpPr>
          <p:spPr>
            <a:xfrm>
              <a:off x="423446" y="4013393"/>
              <a:ext cx="640080" cy="2636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gr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ware</a:t>
              </a:r>
            </a:p>
          </p:txBody>
        </p: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91E2B5CB-C5D2-457B-949C-88DF79FFBD20}"/>
              </a:ext>
            </a:extLst>
          </p:cNvPr>
          <p:cNvGrpSpPr/>
          <p:nvPr/>
        </p:nvGrpSpPr>
        <p:grpSpPr>
          <a:xfrm>
            <a:off x="9787907" y="1879435"/>
            <a:ext cx="536049" cy="383578"/>
            <a:chOff x="442057" y="3966667"/>
            <a:chExt cx="640080" cy="434327"/>
          </a:xfrm>
        </p:grpSpPr>
        <p:pic>
          <p:nvPicPr>
            <p:cNvPr id="410" name="Picture 68">
              <a:extLst>
                <a:ext uri="{FF2B5EF4-FFF2-40B4-BE49-F238E27FC236}">
                  <a16:creationId xmlns:a16="http://schemas.microsoft.com/office/drawing/2014/main" id="{FF58E4D4-AA17-416D-B524-F2DCC6390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2" y="3966667"/>
              <a:ext cx="418815" cy="434327"/>
            </a:xfrm>
            <a:prstGeom prst="rect">
              <a:avLst/>
            </a:prstGeom>
          </p:spPr>
        </p:pic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D50E7468-6672-44CB-A75A-F49F3812A171}"/>
                </a:ext>
              </a:extLst>
            </p:cNvPr>
            <p:cNvSpPr txBox="1"/>
            <p:nvPr/>
          </p:nvSpPr>
          <p:spPr>
            <a:xfrm>
              <a:off x="442057" y="4022869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grp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mail</a:t>
              </a:r>
            </a:p>
          </p:txBody>
        </p:sp>
      </p:grp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61A2429D-0074-4E2D-AEA0-E7A551B7FCB4}"/>
              </a:ext>
            </a:extLst>
          </p:cNvPr>
          <p:cNvGrpSpPr/>
          <p:nvPr/>
        </p:nvGrpSpPr>
        <p:grpSpPr>
          <a:xfrm>
            <a:off x="6322724" y="3402235"/>
            <a:ext cx="536049" cy="383578"/>
            <a:chOff x="442057" y="3966668"/>
            <a:chExt cx="640080" cy="434327"/>
          </a:xfrm>
        </p:grpSpPr>
        <p:pic>
          <p:nvPicPr>
            <p:cNvPr id="413" name="Picture 68">
              <a:extLst>
                <a:ext uri="{FF2B5EF4-FFF2-40B4-BE49-F238E27FC236}">
                  <a16:creationId xmlns:a16="http://schemas.microsoft.com/office/drawing/2014/main" id="{5B3325B9-2BDA-469B-B942-2117767F4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3" y="3966668"/>
              <a:ext cx="418815" cy="434327"/>
            </a:xfrm>
            <a:prstGeom prst="rect">
              <a:avLst/>
            </a:prstGeom>
          </p:spPr>
        </p:pic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79666DF4-2160-491D-B1E7-D1EAA7571FB1}"/>
                </a:ext>
              </a:extLst>
            </p:cNvPr>
            <p:cNvSpPr txBox="1"/>
            <p:nvPr/>
          </p:nvSpPr>
          <p:spPr>
            <a:xfrm>
              <a:off x="442057" y="4022869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was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1C35116C-BA59-4131-8A34-F543679D6CB0}"/>
              </a:ext>
            </a:extLst>
          </p:cNvPr>
          <p:cNvGrpSpPr/>
          <p:nvPr/>
        </p:nvGrpSpPr>
        <p:grpSpPr>
          <a:xfrm>
            <a:off x="7780099" y="3390554"/>
            <a:ext cx="536049" cy="383578"/>
            <a:chOff x="442057" y="3966668"/>
            <a:chExt cx="640080" cy="434327"/>
          </a:xfrm>
        </p:grpSpPr>
        <p:pic>
          <p:nvPicPr>
            <p:cNvPr id="416" name="Picture 68">
              <a:extLst>
                <a:ext uri="{FF2B5EF4-FFF2-40B4-BE49-F238E27FC236}">
                  <a16:creationId xmlns:a16="http://schemas.microsoft.com/office/drawing/2014/main" id="{A04D83CE-E71B-4118-9F33-E52F1FFC1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3" y="3966668"/>
              <a:ext cx="418815" cy="434327"/>
            </a:xfrm>
            <a:prstGeom prst="rect">
              <a:avLst/>
            </a:prstGeom>
          </p:spPr>
        </p:pic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EADCF250-2EDF-4299-B66F-F8DAF633B9BC}"/>
                </a:ext>
              </a:extLst>
            </p:cNvPr>
            <p:cNvSpPr txBox="1"/>
            <p:nvPr/>
          </p:nvSpPr>
          <p:spPr>
            <a:xfrm>
              <a:off x="442057" y="4022869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was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418" name="그룹 417">
            <a:extLst>
              <a:ext uri="{FF2B5EF4-FFF2-40B4-BE49-F238E27FC236}">
                <a16:creationId xmlns:a16="http://schemas.microsoft.com/office/drawing/2014/main" id="{CED77E4C-26C3-4BA9-A762-ABAF9D6A8C40}"/>
              </a:ext>
            </a:extLst>
          </p:cNvPr>
          <p:cNvGrpSpPr/>
          <p:nvPr/>
        </p:nvGrpSpPr>
        <p:grpSpPr>
          <a:xfrm>
            <a:off x="8990631" y="3398174"/>
            <a:ext cx="536049" cy="383578"/>
            <a:chOff x="432958" y="3966668"/>
            <a:chExt cx="640080" cy="434327"/>
          </a:xfrm>
        </p:grpSpPr>
        <p:pic>
          <p:nvPicPr>
            <p:cNvPr id="419" name="Picture 68">
              <a:extLst>
                <a:ext uri="{FF2B5EF4-FFF2-40B4-BE49-F238E27FC236}">
                  <a16:creationId xmlns:a16="http://schemas.microsoft.com/office/drawing/2014/main" id="{34430EC4-3CF5-4C5C-99A7-3577553E0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343" y="3966668"/>
              <a:ext cx="418815" cy="434327"/>
            </a:xfrm>
            <a:prstGeom prst="rect">
              <a:avLst/>
            </a:prstGeom>
          </p:spPr>
        </p:pic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BE1E5AAD-FF97-4204-9B79-AB9F2A1BA05A}"/>
                </a:ext>
              </a:extLst>
            </p:cNvPr>
            <p:cNvSpPr txBox="1"/>
            <p:nvPr/>
          </p:nvSpPr>
          <p:spPr>
            <a:xfrm>
              <a:off x="432958" y="4048753"/>
              <a:ext cx="640080" cy="1927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Back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+mn-ea"/>
                  <a:cs typeface="+mn-cs"/>
                </a:rPr>
                <a:t>up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18" name="Picture 47">
            <a:extLst>
              <a:ext uri="{FF2B5EF4-FFF2-40B4-BE49-F238E27FC236}">
                <a16:creationId xmlns:a16="http://schemas.microsoft.com/office/drawing/2014/main" id="{23125339-EA5E-4DD0-81B8-B19B2DC4257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143" y="3441292"/>
            <a:ext cx="349357" cy="362296"/>
          </a:xfrm>
          <a:prstGeom prst="rect">
            <a:avLst/>
          </a:prstGeom>
        </p:spPr>
      </p:pic>
      <p:cxnSp>
        <p:nvCxnSpPr>
          <p:cNvPr id="319" name="꺾인 연결선 408">
            <a:extLst>
              <a:ext uri="{FF2B5EF4-FFF2-40B4-BE49-F238E27FC236}">
                <a16:creationId xmlns:a16="http://schemas.microsoft.com/office/drawing/2014/main" id="{314502DB-636D-44A2-A393-4B66B51F2E6D}"/>
              </a:ext>
            </a:extLst>
          </p:cNvPr>
          <p:cNvCxnSpPr>
            <a:cxnSpLocks/>
          </p:cNvCxnSpPr>
          <p:nvPr/>
        </p:nvCxnSpPr>
        <p:spPr>
          <a:xfrm>
            <a:off x="9567750" y="3577781"/>
            <a:ext cx="1354069" cy="13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DEB15EFE-AE40-4A66-AD68-D86B31BBD89E}"/>
              </a:ext>
            </a:extLst>
          </p:cNvPr>
          <p:cNvCxnSpPr/>
          <p:nvPr/>
        </p:nvCxnSpPr>
        <p:spPr bwMode="auto">
          <a:xfrm flipH="1">
            <a:off x="7289800" y="386841"/>
            <a:ext cx="2633" cy="20370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7623B42-2C14-4216-8ABE-DF64C9D0D6F7}"/>
              </a:ext>
            </a:extLst>
          </p:cNvPr>
          <p:cNvCxnSpPr>
            <a:cxnSpLocks/>
          </p:cNvCxnSpPr>
          <p:nvPr/>
        </p:nvCxnSpPr>
        <p:spPr>
          <a:xfrm>
            <a:off x="7290211" y="911719"/>
            <a:ext cx="0" cy="4198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7B323646-6671-4617-8BE9-6AA0CB1EB266}"/>
              </a:ext>
            </a:extLst>
          </p:cNvPr>
          <p:cNvCxnSpPr>
            <a:cxnSpLocks/>
          </p:cNvCxnSpPr>
          <p:nvPr/>
        </p:nvCxnSpPr>
        <p:spPr>
          <a:xfrm flipH="1">
            <a:off x="6583680" y="1323113"/>
            <a:ext cx="6985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24D0E2BA-6701-4D0A-8EF9-7E967A1AA33F}"/>
              </a:ext>
            </a:extLst>
          </p:cNvPr>
          <p:cNvCxnSpPr>
            <a:cxnSpLocks/>
          </p:cNvCxnSpPr>
          <p:nvPr/>
        </p:nvCxnSpPr>
        <p:spPr>
          <a:xfrm flipH="1">
            <a:off x="7299059" y="1323113"/>
            <a:ext cx="7345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44295344-3CDE-416C-A563-F945FBFDCC4C}"/>
              </a:ext>
            </a:extLst>
          </p:cNvPr>
          <p:cNvCxnSpPr/>
          <p:nvPr/>
        </p:nvCxnSpPr>
        <p:spPr bwMode="auto">
          <a:xfrm flipH="1">
            <a:off x="6576060" y="1316163"/>
            <a:ext cx="780" cy="2916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6" name="직선 화살표 연결선 325">
            <a:extLst>
              <a:ext uri="{FF2B5EF4-FFF2-40B4-BE49-F238E27FC236}">
                <a16:creationId xmlns:a16="http://schemas.microsoft.com/office/drawing/2014/main" id="{424E80EE-5588-476A-80A8-87A8653FBC1A}"/>
              </a:ext>
            </a:extLst>
          </p:cNvPr>
          <p:cNvCxnSpPr/>
          <p:nvPr/>
        </p:nvCxnSpPr>
        <p:spPr bwMode="auto">
          <a:xfrm flipH="1">
            <a:off x="8034487" y="1316163"/>
            <a:ext cx="780" cy="2916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CAA11212-F399-4B50-A90D-85B2D6CA4AF0}"/>
              </a:ext>
            </a:extLst>
          </p:cNvPr>
          <p:cNvSpPr txBox="1"/>
          <p:nvPr/>
        </p:nvSpPr>
        <p:spPr>
          <a:xfrm>
            <a:off x="4429835" y="4778579"/>
            <a:ext cx="779390" cy="24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A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E4189CA-1025-4055-B051-99930A257C8A}"/>
              </a:ext>
            </a:extLst>
          </p:cNvPr>
          <p:cNvSpPr txBox="1"/>
          <p:nvPr/>
        </p:nvSpPr>
        <p:spPr>
          <a:xfrm>
            <a:off x="9753994" y="4774791"/>
            <a:ext cx="779390" cy="24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Public C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E483163-6E1E-4056-A34E-E8CAB0DE8C27}"/>
              </a:ext>
            </a:extLst>
          </p:cNvPr>
          <p:cNvGrpSpPr/>
          <p:nvPr/>
        </p:nvGrpSpPr>
        <p:grpSpPr>
          <a:xfrm>
            <a:off x="6323812" y="5283989"/>
            <a:ext cx="542165" cy="527634"/>
            <a:chOff x="6239992" y="5283989"/>
            <a:chExt cx="542165" cy="527634"/>
          </a:xfrm>
        </p:grpSpPr>
        <p:sp>
          <p:nvSpPr>
            <p:cNvPr id="276" name="Text Box 178">
              <a:extLst>
                <a:ext uri="{FF2B5EF4-FFF2-40B4-BE49-F238E27FC236}">
                  <a16:creationId xmlns:a16="http://schemas.microsoft.com/office/drawing/2014/main" id="{DC60C0F6-1F17-4BE6-9A0F-C79F64412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992" y="5673124"/>
              <a:ext cx="542165" cy="138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굴림" panose="020B0600000101010101" pitchFamily="50" charset="-127"/>
                  <a:cs typeface="+mn-cs"/>
                </a:rPr>
                <a:t>RDS</a:t>
              </a:r>
            </a:p>
          </p:txBody>
        </p:sp>
        <p:pic>
          <p:nvPicPr>
            <p:cNvPr id="329" name="Picture 14" descr="RDS.png">
              <a:extLst>
                <a:ext uri="{FF2B5EF4-FFF2-40B4-BE49-F238E27FC236}">
                  <a16:creationId xmlns:a16="http://schemas.microsoft.com/office/drawing/2014/main" id="{8134F0A1-B03D-4A71-B744-B5E7B001F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8194" y="5283989"/>
              <a:ext cx="365760" cy="365760"/>
            </a:xfrm>
            <a:prstGeom prst="rect">
              <a:avLst/>
            </a:prstGeom>
          </p:spPr>
        </p:pic>
      </p:grpSp>
      <p:sp>
        <p:nvSpPr>
          <p:cNvPr id="344" name="Freeform 5">
            <a:extLst>
              <a:ext uri="{FF2B5EF4-FFF2-40B4-BE49-F238E27FC236}">
                <a16:creationId xmlns:a16="http://schemas.microsoft.com/office/drawing/2014/main" id="{B628759B-8E75-4FB2-8D9A-9418D07D6BA8}"/>
              </a:ext>
            </a:extLst>
          </p:cNvPr>
          <p:cNvSpPr>
            <a:spLocks/>
          </p:cNvSpPr>
          <p:nvPr/>
        </p:nvSpPr>
        <p:spPr bwMode="auto">
          <a:xfrm>
            <a:off x="2544738" y="1205701"/>
            <a:ext cx="1125537" cy="1154437"/>
          </a:xfrm>
          <a:custGeom>
            <a:avLst/>
            <a:gdLst>
              <a:gd name="T0" fmla="*/ 754068252 w 1680"/>
              <a:gd name="T1" fmla="*/ 1237953037 h 2880"/>
              <a:gd name="T2" fmla="*/ 700205947 w 1680"/>
              <a:gd name="T3" fmla="*/ 1291776965 h 2880"/>
              <a:gd name="T4" fmla="*/ 53862305 w 1680"/>
              <a:gd name="T5" fmla="*/ 1291776965 h 2880"/>
              <a:gd name="T6" fmla="*/ 0 w 1680"/>
              <a:gd name="T7" fmla="*/ 1237953037 h 2880"/>
              <a:gd name="T8" fmla="*/ 0 w 1680"/>
              <a:gd name="T9" fmla="*/ 53823929 h 2880"/>
              <a:gd name="T10" fmla="*/ 53862305 w 1680"/>
              <a:gd name="T11" fmla="*/ 0 h 2880"/>
              <a:gd name="T12" fmla="*/ 700205947 w 1680"/>
              <a:gd name="T13" fmla="*/ 0 h 2880"/>
              <a:gd name="T14" fmla="*/ 754068252 w 1680"/>
              <a:gd name="T15" fmla="*/ 53823929 h 2880"/>
              <a:gd name="T16" fmla="*/ 754068252 w 1680"/>
              <a:gd name="T17" fmla="*/ 1237953037 h 2880"/>
              <a:gd name="T18" fmla="*/ 754068252 w 1680"/>
              <a:gd name="T19" fmla="*/ 1237953037 h 2880"/>
              <a:gd name="T20" fmla="*/ 754068252 w 1680"/>
              <a:gd name="T21" fmla="*/ 1237953037 h 288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680" h="2880">
                <a:moveTo>
                  <a:pt x="1680" y="2760"/>
                </a:moveTo>
                <a:cubicBezTo>
                  <a:pt x="1680" y="2840"/>
                  <a:pt x="1640" y="2880"/>
                  <a:pt x="1560" y="2880"/>
                </a:cubicBezTo>
                <a:lnTo>
                  <a:pt x="120" y="2880"/>
                </a:lnTo>
                <a:cubicBezTo>
                  <a:pt x="40" y="2880"/>
                  <a:pt x="0" y="2840"/>
                  <a:pt x="0" y="2760"/>
                </a:cubicBezTo>
                <a:lnTo>
                  <a:pt x="0" y="120"/>
                </a:lnTo>
                <a:cubicBezTo>
                  <a:pt x="0" y="40"/>
                  <a:pt x="40" y="0"/>
                  <a:pt x="120" y="0"/>
                </a:cubicBezTo>
                <a:lnTo>
                  <a:pt x="1560" y="0"/>
                </a:lnTo>
                <a:cubicBezTo>
                  <a:pt x="1640" y="0"/>
                  <a:pt x="1680" y="40"/>
                  <a:pt x="1680" y="120"/>
                </a:cubicBezTo>
                <a:lnTo>
                  <a:pt x="1680" y="2760"/>
                </a:lnTo>
                <a:close/>
              </a:path>
            </a:pathLst>
          </a:custGeom>
          <a:noFill/>
          <a:ln w="535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5" name="Text Box 6">
            <a:extLst>
              <a:ext uri="{FF2B5EF4-FFF2-40B4-BE49-F238E27FC236}">
                <a16:creationId xmlns:a16="http://schemas.microsoft.com/office/drawing/2014/main" id="{216AED0B-DA56-41E4-8520-32B87F475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301" y="1102578"/>
            <a:ext cx="1116013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Corporate Data Center</a:t>
            </a:r>
          </a:p>
        </p:txBody>
      </p:sp>
      <p:sp>
        <p:nvSpPr>
          <p:cNvPr id="386" name="Text Box 267">
            <a:extLst>
              <a:ext uri="{FF2B5EF4-FFF2-40B4-BE49-F238E27FC236}">
                <a16:creationId xmlns:a16="http://schemas.microsoft.com/office/drawing/2014/main" id="{46D5FA41-F984-41E7-B567-1300CD0E9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945" y="1808372"/>
            <a:ext cx="76400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KOSMOS </a:t>
            </a: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지부 </a:t>
            </a:r>
          </a:p>
        </p:txBody>
      </p:sp>
      <p:pic>
        <p:nvPicPr>
          <p:cNvPr id="391" name="Picture 41">
            <a:extLst>
              <a:ext uri="{FF2B5EF4-FFF2-40B4-BE49-F238E27FC236}">
                <a16:creationId xmlns:a16="http://schemas.microsoft.com/office/drawing/2014/main" id="{1BEECA55-B3FA-4AE8-955A-C1A809618E7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518" y="1311639"/>
            <a:ext cx="421789" cy="407729"/>
          </a:xfrm>
          <a:prstGeom prst="rect">
            <a:avLst/>
          </a:prstGeom>
        </p:spPr>
      </p:pic>
      <p:pic>
        <p:nvPicPr>
          <p:cNvPr id="408" name="Picture 16">
            <a:extLst>
              <a:ext uri="{FF2B5EF4-FFF2-40B4-BE49-F238E27FC236}">
                <a16:creationId xmlns:a16="http://schemas.microsoft.com/office/drawing/2014/main" id="{68B7B482-A00F-4B1F-83AE-8587F81DC7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579" y="1040568"/>
            <a:ext cx="212516" cy="293475"/>
          </a:xfrm>
          <a:prstGeom prst="rect">
            <a:avLst/>
          </a:prstGeom>
        </p:spPr>
      </p:pic>
      <p:grpSp>
        <p:nvGrpSpPr>
          <p:cNvPr id="421" name="그룹 9">
            <a:extLst>
              <a:ext uri="{FF2B5EF4-FFF2-40B4-BE49-F238E27FC236}">
                <a16:creationId xmlns:a16="http://schemas.microsoft.com/office/drawing/2014/main" id="{316038D2-A9A1-48F0-A641-203BC256D498}"/>
              </a:ext>
            </a:extLst>
          </p:cNvPr>
          <p:cNvGrpSpPr>
            <a:grpSpLocks/>
          </p:cNvGrpSpPr>
          <p:nvPr/>
        </p:nvGrpSpPr>
        <p:grpSpPr bwMode="auto">
          <a:xfrm>
            <a:off x="2908335" y="881882"/>
            <a:ext cx="393699" cy="406399"/>
            <a:chOff x="4408488" y="4495800"/>
            <a:chExt cx="295275" cy="304800"/>
          </a:xfrm>
        </p:grpSpPr>
        <p:sp>
          <p:nvSpPr>
            <p:cNvPr id="422" name="Freeform 351">
              <a:extLst>
                <a:ext uri="{FF2B5EF4-FFF2-40B4-BE49-F238E27FC236}">
                  <a16:creationId xmlns:a16="http://schemas.microsoft.com/office/drawing/2014/main" id="{66BB7E18-71FD-4AF8-96CD-43D461F63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888" y="4495800"/>
              <a:ext cx="20637" cy="61913"/>
            </a:xfrm>
            <a:custGeom>
              <a:avLst/>
              <a:gdLst>
                <a:gd name="T0" fmla="*/ 14686428 w 29"/>
                <a:gd name="T1" fmla="*/ 32795915 h 93"/>
                <a:gd name="T2" fmla="*/ 14686428 w 29"/>
                <a:gd name="T3" fmla="*/ 41216749 h 93"/>
                <a:gd name="T4" fmla="*/ 0 w 29"/>
                <a:gd name="T5" fmla="*/ 7977457 h 93"/>
                <a:gd name="T6" fmla="*/ 0 w 29"/>
                <a:gd name="T7" fmla="*/ 0 h 93"/>
                <a:gd name="T8" fmla="*/ 14686428 w 29"/>
                <a:gd name="T9" fmla="*/ 32795915 h 93"/>
                <a:gd name="T10" fmla="*/ 14686428 w 29"/>
                <a:gd name="T11" fmla="*/ 32795915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9" y="74"/>
                  </a:moveTo>
                  <a:lnTo>
                    <a:pt x="29" y="93"/>
                  </a:lnTo>
                  <a:lnTo>
                    <a:pt x="0" y="18"/>
                  </a:lnTo>
                  <a:lnTo>
                    <a:pt x="0" y="0"/>
                  </a:lnTo>
                  <a:lnTo>
                    <a:pt x="29" y="74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1" name="Freeform 352">
              <a:extLst>
                <a:ext uri="{FF2B5EF4-FFF2-40B4-BE49-F238E27FC236}">
                  <a16:creationId xmlns:a16="http://schemas.microsoft.com/office/drawing/2014/main" id="{63CA1901-265F-49BF-835A-B8B31D943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5650" y="4627563"/>
              <a:ext cx="87313" cy="12700"/>
            </a:xfrm>
            <a:custGeom>
              <a:avLst/>
              <a:gdLst>
                <a:gd name="T0" fmla="*/ 0 w 129"/>
                <a:gd name="T1" fmla="*/ 0 h 18"/>
                <a:gd name="T2" fmla="*/ 59096687 w 129"/>
                <a:gd name="T3" fmla="*/ 0 h 18"/>
                <a:gd name="T4" fmla="*/ 59096687 w 129"/>
                <a:gd name="T5" fmla="*/ 8960556 h 18"/>
                <a:gd name="T6" fmla="*/ 0 w 129"/>
                <a:gd name="T7" fmla="*/ 8960556 h 18"/>
                <a:gd name="T8" fmla="*/ 0 w 129"/>
                <a:gd name="T9" fmla="*/ 0 h 18"/>
                <a:gd name="T10" fmla="*/ 0 w 129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9" h="18">
                  <a:moveTo>
                    <a:pt x="0" y="0"/>
                  </a:moveTo>
                  <a:lnTo>
                    <a:pt x="129" y="0"/>
                  </a:lnTo>
                  <a:lnTo>
                    <a:pt x="129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2" name="Freeform 353">
              <a:extLst>
                <a:ext uri="{FF2B5EF4-FFF2-40B4-BE49-F238E27FC236}">
                  <a16:creationId xmlns:a16="http://schemas.microsoft.com/office/drawing/2014/main" id="{0B284C6D-8177-42B9-838B-DCC446DF1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888" y="4495800"/>
              <a:ext cx="141287" cy="136525"/>
            </a:xfrm>
            <a:custGeom>
              <a:avLst/>
              <a:gdLst>
                <a:gd name="T0" fmla="*/ 0 w 211"/>
                <a:gd name="T1" fmla="*/ 0 h 205"/>
                <a:gd name="T2" fmla="*/ 65014787 w 211"/>
                <a:gd name="T3" fmla="*/ 27498133 h 205"/>
                <a:gd name="T4" fmla="*/ 94607382 w 211"/>
                <a:gd name="T5" fmla="*/ 90922320 h 205"/>
                <a:gd name="T6" fmla="*/ 61427704 w 211"/>
                <a:gd name="T7" fmla="*/ 77616793 h 205"/>
                <a:gd name="T8" fmla="*/ 61427704 w 211"/>
                <a:gd name="T9" fmla="*/ 87817542 h 205"/>
                <a:gd name="T10" fmla="*/ 3138446 w 211"/>
                <a:gd name="T11" fmla="*/ 87817542 h 205"/>
                <a:gd name="T12" fmla="*/ 3138446 w 211"/>
                <a:gd name="T13" fmla="*/ 32820610 h 205"/>
                <a:gd name="T14" fmla="*/ 13003091 w 211"/>
                <a:gd name="T15" fmla="*/ 32820610 h 205"/>
                <a:gd name="T16" fmla="*/ 0 w 211"/>
                <a:gd name="T17" fmla="*/ 0 h 2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205">
                  <a:moveTo>
                    <a:pt x="0" y="0"/>
                  </a:moveTo>
                  <a:cubicBezTo>
                    <a:pt x="56" y="1"/>
                    <a:pt x="105" y="22"/>
                    <a:pt x="145" y="62"/>
                  </a:cubicBezTo>
                  <a:cubicBezTo>
                    <a:pt x="186" y="101"/>
                    <a:pt x="208" y="149"/>
                    <a:pt x="211" y="205"/>
                  </a:cubicBezTo>
                  <a:lnTo>
                    <a:pt x="137" y="175"/>
                  </a:lnTo>
                  <a:lnTo>
                    <a:pt x="137" y="198"/>
                  </a:lnTo>
                  <a:lnTo>
                    <a:pt x="7" y="198"/>
                  </a:lnTo>
                  <a:lnTo>
                    <a:pt x="7" y="74"/>
                  </a:lnTo>
                  <a:lnTo>
                    <a:pt x="29" y="74"/>
                  </a:lnTo>
                  <a:lnTo>
                    <a:pt x="0" y="0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3" name="Freeform 354">
              <a:extLst>
                <a:ext uri="{FF2B5EF4-FFF2-40B4-BE49-F238E27FC236}">
                  <a16:creationId xmlns:a16="http://schemas.microsoft.com/office/drawing/2014/main" id="{084F25BC-FC16-4AA2-AAA8-BFF438BBC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613275"/>
              <a:ext cx="49212" cy="31750"/>
            </a:xfrm>
            <a:custGeom>
              <a:avLst/>
              <a:gdLst>
                <a:gd name="T0" fmla="*/ 32727975 w 74"/>
                <a:gd name="T1" fmla="*/ 12688094 h 48"/>
                <a:gd name="T2" fmla="*/ 32727975 w 74"/>
                <a:gd name="T3" fmla="*/ 21001302 h 48"/>
                <a:gd name="T4" fmla="*/ 0 w 74"/>
                <a:gd name="T5" fmla="*/ 7875323 h 48"/>
                <a:gd name="T6" fmla="*/ 0 w 74"/>
                <a:gd name="T7" fmla="*/ 0 h 48"/>
                <a:gd name="T8" fmla="*/ 32727975 w 74"/>
                <a:gd name="T9" fmla="*/ 12688094 h 48"/>
                <a:gd name="T10" fmla="*/ 32727975 w 74"/>
                <a:gd name="T11" fmla="*/ 12688094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48">
                  <a:moveTo>
                    <a:pt x="74" y="29"/>
                  </a:moveTo>
                  <a:lnTo>
                    <a:pt x="74" y="4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4" y="29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4" name="Freeform 355">
              <a:extLst>
                <a:ext uri="{FF2B5EF4-FFF2-40B4-BE49-F238E27FC236}">
                  <a16:creationId xmlns:a16="http://schemas.microsoft.com/office/drawing/2014/main" id="{2C8548AA-6699-48A7-87BD-03E809EAA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5650" y="4738688"/>
              <a:ext cx="15875" cy="12700"/>
            </a:xfrm>
            <a:custGeom>
              <a:avLst/>
              <a:gdLst>
                <a:gd name="T0" fmla="*/ 0 w 22"/>
                <a:gd name="T1" fmla="*/ 0 h 18"/>
                <a:gd name="T2" fmla="*/ 11455256 w 22"/>
                <a:gd name="T3" fmla="*/ 0 h 18"/>
                <a:gd name="T4" fmla="*/ 11455256 w 22"/>
                <a:gd name="T5" fmla="*/ 8960556 h 18"/>
                <a:gd name="T6" fmla="*/ 0 w 22"/>
                <a:gd name="T7" fmla="*/ 8960556 h 18"/>
                <a:gd name="T8" fmla="*/ 0 w 22"/>
                <a:gd name="T9" fmla="*/ 0 h 18"/>
                <a:gd name="T10" fmla="*/ 0 w 22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0"/>
                  </a:moveTo>
                  <a:lnTo>
                    <a:pt x="22" y="0"/>
                  </a:lnTo>
                  <a:lnTo>
                    <a:pt x="22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5" name="Freeform 356">
              <a:extLst>
                <a:ext uri="{FF2B5EF4-FFF2-40B4-BE49-F238E27FC236}">
                  <a16:creationId xmlns:a16="http://schemas.microsoft.com/office/drawing/2014/main" id="{C03F8588-A5ED-4DB8-ABA7-B13A691B9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475" y="4645025"/>
              <a:ext cx="141288" cy="142875"/>
            </a:xfrm>
            <a:custGeom>
              <a:avLst/>
              <a:gdLst>
                <a:gd name="T0" fmla="*/ 95057894 w 210"/>
                <a:gd name="T1" fmla="*/ 0 h 211"/>
                <a:gd name="T2" fmla="*/ 66540593 w 210"/>
                <a:gd name="T3" fmla="*/ 67401112 h 211"/>
                <a:gd name="T4" fmla="*/ 0 w 210"/>
                <a:gd name="T5" fmla="*/ 96745335 h 211"/>
                <a:gd name="T6" fmla="*/ 12674206 w 210"/>
                <a:gd name="T7" fmla="*/ 63732407 h 211"/>
                <a:gd name="T8" fmla="*/ 2716094 w 210"/>
                <a:gd name="T9" fmla="*/ 63732407 h 211"/>
                <a:gd name="T10" fmla="*/ 2716094 w 210"/>
                <a:gd name="T11" fmla="*/ 5502380 h 211"/>
                <a:gd name="T12" fmla="*/ 61108406 w 210"/>
                <a:gd name="T13" fmla="*/ 5502380 h 211"/>
                <a:gd name="T14" fmla="*/ 61108406 w 210"/>
                <a:gd name="T15" fmla="*/ 13296855 h 211"/>
                <a:gd name="T16" fmla="*/ 95057894 w 210"/>
                <a:gd name="T17" fmla="*/ 0 h 2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11">
                  <a:moveTo>
                    <a:pt x="210" y="0"/>
                  </a:moveTo>
                  <a:cubicBezTo>
                    <a:pt x="209" y="57"/>
                    <a:pt x="187" y="106"/>
                    <a:pt x="147" y="147"/>
                  </a:cubicBezTo>
                  <a:cubicBezTo>
                    <a:pt x="106" y="187"/>
                    <a:pt x="57" y="209"/>
                    <a:pt x="0" y="211"/>
                  </a:cubicBezTo>
                  <a:lnTo>
                    <a:pt x="28" y="139"/>
                  </a:lnTo>
                  <a:lnTo>
                    <a:pt x="6" y="139"/>
                  </a:lnTo>
                  <a:lnTo>
                    <a:pt x="6" y="12"/>
                  </a:lnTo>
                  <a:lnTo>
                    <a:pt x="135" y="12"/>
                  </a:lnTo>
                  <a:lnTo>
                    <a:pt x="135" y="29"/>
                  </a:lnTo>
                  <a:lnTo>
                    <a:pt x="210" y="0"/>
                  </a:ln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6" name="Freeform 357">
              <a:extLst>
                <a:ext uri="{FF2B5EF4-FFF2-40B4-BE49-F238E27FC236}">
                  <a16:creationId xmlns:a16="http://schemas.microsoft.com/office/drawing/2014/main" id="{C0A5D50F-84DB-49DA-B1F4-1FBCE713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475" y="4645025"/>
              <a:ext cx="141288" cy="155575"/>
            </a:xfrm>
            <a:custGeom>
              <a:avLst/>
              <a:gdLst>
                <a:gd name="T0" fmla="*/ 95057894 w 210"/>
                <a:gd name="T1" fmla="*/ 0 h 230"/>
                <a:gd name="T2" fmla="*/ 95057894 w 210"/>
                <a:gd name="T3" fmla="*/ 8235329 h 230"/>
                <a:gd name="T4" fmla="*/ 66540593 w 210"/>
                <a:gd name="T5" fmla="*/ 75493107 h 230"/>
                <a:gd name="T6" fmla="*/ 0 w 210"/>
                <a:gd name="T7" fmla="*/ 105232959 h 230"/>
                <a:gd name="T8" fmla="*/ 0 w 210"/>
                <a:gd name="T9" fmla="*/ 96539699 h 230"/>
                <a:gd name="T10" fmla="*/ 66540593 w 210"/>
                <a:gd name="T11" fmla="*/ 67257778 h 230"/>
                <a:gd name="T12" fmla="*/ 95057894 w 210"/>
                <a:gd name="T13" fmla="*/ 0 h 2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30">
                  <a:moveTo>
                    <a:pt x="210" y="0"/>
                  </a:moveTo>
                  <a:lnTo>
                    <a:pt x="210" y="18"/>
                  </a:lnTo>
                  <a:cubicBezTo>
                    <a:pt x="209" y="76"/>
                    <a:pt x="187" y="125"/>
                    <a:pt x="147" y="165"/>
                  </a:cubicBezTo>
                  <a:cubicBezTo>
                    <a:pt x="106" y="206"/>
                    <a:pt x="57" y="228"/>
                    <a:pt x="0" y="230"/>
                  </a:cubicBezTo>
                  <a:lnTo>
                    <a:pt x="0" y="211"/>
                  </a:lnTo>
                  <a:cubicBezTo>
                    <a:pt x="57" y="209"/>
                    <a:pt x="106" y="187"/>
                    <a:pt x="147" y="147"/>
                  </a:cubicBezTo>
                  <a:cubicBezTo>
                    <a:pt x="187" y="106"/>
                    <a:pt x="209" y="57"/>
                    <a:pt x="210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8" name="Freeform 358">
              <a:extLst>
                <a:ext uri="{FF2B5EF4-FFF2-40B4-BE49-F238E27FC236}">
                  <a16:creationId xmlns:a16="http://schemas.microsoft.com/office/drawing/2014/main" id="{557AB8B5-17AC-4C25-BC77-A7D17401D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175" y="4645025"/>
              <a:ext cx="1588" cy="30163"/>
            </a:xfrm>
            <a:custGeom>
              <a:avLst/>
              <a:gdLst>
                <a:gd name="T0" fmla="*/ 1260078 w 2"/>
                <a:gd name="T1" fmla="*/ 0 h 43"/>
                <a:gd name="T2" fmla="*/ 1260078 w 2"/>
                <a:gd name="T3" fmla="*/ 8856699 h 43"/>
                <a:gd name="T4" fmla="*/ 0 w 2"/>
                <a:gd name="T5" fmla="*/ 21157591 h 43"/>
                <a:gd name="T6" fmla="*/ 0 w 2"/>
                <a:gd name="T7" fmla="*/ 11809165 h 43"/>
                <a:gd name="T8" fmla="*/ 1260078 w 2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43">
                  <a:moveTo>
                    <a:pt x="2" y="0"/>
                  </a:moveTo>
                  <a:lnTo>
                    <a:pt x="2" y="18"/>
                  </a:lnTo>
                  <a:cubicBezTo>
                    <a:pt x="1" y="27"/>
                    <a:pt x="1" y="35"/>
                    <a:pt x="0" y="43"/>
                  </a:cubicBezTo>
                  <a:lnTo>
                    <a:pt x="0" y="24"/>
                  </a:lnTo>
                  <a:cubicBezTo>
                    <a:pt x="1" y="16"/>
                    <a:pt x="1" y="8"/>
                    <a:pt x="2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9" name="Freeform 359">
              <a:extLst>
                <a:ext uri="{FF2B5EF4-FFF2-40B4-BE49-F238E27FC236}">
                  <a16:creationId xmlns:a16="http://schemas.microsoft.com/office/drawing/2014/main" id="{7781283F-78ED-4D8A-976C-B064DD7E6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825" y="4662488"/>
              <a:ext cx="6350" cy="36512"/>
            </a:xfrm>
            <a:custGeom>
              <a:avLst/>
              <a:gdLst>
                <a:gd name="T0" fmla="*/ 5040313 w 8"/>
                <a:gd name="T1" fmla="*/ 0 h 54"/>
                <a:gd name="T2" fmla="*/ 5040313 w 8"/>
                <a:gd name="T3" fmla="*/ 8229399 h 54"/>
                <a:gd name="T4" fmla="*/ 0 w 8"/>
                <a:gd name="T5" fmla="*/ 24688197 h 54"/>
                <a:gd name="T6" fmla="*/ 0 w 8"/>
                <a:gd name="T7" fmla="*/ 16001722 h 54"/>
                <a:gd name="T8" fmla="*/ 5040313 w 8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4">
                  <a:moveTo>
                    <a:pt x="8" y="0"/>
                  </a:moveTo>
                  <a:lnTo>
                    <a:pt x="8" y="18"/>
                  </a:lnTo>
                  <a:cubicBezTo>
                    <a:pt x="6" y="30"/>
                    <a:pt x="3" y="42"/>
                    <a:pt x="0" y="54"/>
                  </a:cubicBezTo>
                  <a:lnTo>
                    <a:pt x="0" y="35"/>
                  </a:lnTo>
                  <a:cubicBezTo>
                    <a:pt x="3" y="23"/>
                    <a:pt x="6" y="11"/>
                    <a:pt x="8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0" name="Freeform 360">
              <a:extLst>
                <a:ext uri="{FF2B5EF4-FFF2-40B4-BE49-F238E27FC236}">
                  <a16:creationId xmlns:a16="http://schemas.microsoft.com/office/drawing/2014/main" id="{A11F60AE-87C4-44EE-BFDE-BAC28060C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4713" y="4686300"/>
              <a:ext cx="11112" cy="38100"/>
            </a:xfrm>
            <a:custGeom>
              <a:avLst/>
              <a:gdLst>
                <a:gd name="T0" fmla="*/ 7717979 w 16"/>
                <a:gd name="T1" fmla="*/ 0 h 57"/>
                <a:gd name="T2" fmla="*/ 7717979 w 16"/>
                <a:gd name="T3" fmla="*/ 8042442 h 57"/>
                <a:gd name="T4" fmla="*/ 0 w 16"/>
                <a:gd name="T5" fmla="*/ 25466842 h 57"/>
                <a:gd name="T6" fmla="*/ 0 w 16"/>
                <a:gd name="T7" fmla="*/ 16977895 h 57"/>
                <a:gd name="T8" fmla="*/ 7717979 w 16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7">
                  <a:moveTo>
                    <a:pt x="16" y="0"/>
                  </a:moveTo>
                  <a:lnTo>
                    <a:pt x="16" y="18"/>
                  </a:lnTo>
                  <a:cubicBezTo>
                    <a:pt x="12" y="32"/>
                    <a:pt x="6" y="44"/>
                    <a:pt x="0" y="57"/>
                  </a:cubicBezTo>
                  <a:lnTo>
                    <a:pt x="0" y="38"/>
                  </a:lnTo>
                  <a:cubicBezTo>
                    <a:pt x="6" y="25"/>
                    <a:pt x="12" y="13"/>
                    <a:pt x="16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1" name="Freeform 361">
              <a:extLst>
                <a:ext uri="{FF2B5EF4-FFF2-40B4-BE49-F238E27FC236}">
                  <a16:creationId xmlns:a16="http://schemas.microsoft.com/office/drawing/2014/main" id="{F7F8234F-AAA1-4705-98D7-B30CE5C6B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475" y="4711700"/>
              <a:ext cx="122238" cy="88900"/>
            </a:xfrm>
            <a:custGeom>
              <a:avLst/>
              <a:gdLst>
                <a:gd name="T0" fmla="*/ 81650308 w 183"/>
                <a:gd name="T1" fmla="*/ 0 h 132"/>
                <a:gd name="T2" fmla="*/ 81650308 w 183"/>
                <a:gd name="T3" fmla="*/ 8164657 h 132"/>
                <a:gd name="T4" fmla="*/ 0 w 183"/>
                <a:gd name="T5" fmla="*/ 59872803 h 132"/>
                <a:gd name="T6" fmla="*/ 0 w 183"/>
                <a:gd name="T7" fmla="*/ 51254891 h 132"/>
                <a:gd name="T8" fmla="*/ 81650308 w 183"/>
                <a:gd name="T9" fmla="*/ 0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3" h="132">
                  <a:moveTo>
                    <a:pt x="183" y="0"/>
                  </a:moveTo>
                  <a:lnTo>
                    <a:pt x="183" y="18"/>
                  </a:lnTo>
                  <a:cubicBezTo>
                    <a:pt x="144" y="91"/>
                    <a:pt x="82" y="128"/>
                    <a:pt x="0" y="132"/>
                  </a:cubicBezTo>
                  <a:lnTo>
                    <a:pt x="0" y="113"/>
                  </a:lnTo>
                  <a:cubicBezTo>
                    <a:pt x="82" y="109"/>
                    <a:pt x="144" y="72"/>
                    <a:pt x="183" y="0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2" name="Freeform 362">
              <a:extLst>
                <a:ext uri="{FF2B5EF4-FFF2-40B4-BE49-F238E27FC236}">
                  <a16:creationId xmlns:a16="http://schemas.microsoft.com/office/drawing/2014/main" id="{9E25B823-77CA-4B34-81CE-39FE0AF4D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4738688"/>
              <a:ext cx="14288" cy="12700"/>
            </a:xfrm>
            <a:custGeom>
              <a:avLst/>
              <a:gdLst>
                <a:gd name="T0" fmla="*/ 0 w 22"/>
                <a:gd name="T1" fmla="*/ 0 h 18"/>
                <a:gd name="T2" fmla="*/ 9278757 w 22"/>
                <a:gd name="T3" fmla="*/ 0 h 18"/>
                <a:gd name="T4" fmla="*/ 9278757 w 22"/>
                <a:gd name="T5" fmla="*/ 8960556 h 18"/>
                <a:gd name="T6" fmla="*/ 0 w 22"/>
                <a:gd name="T7" fmla="*/ 8960556 h 18"/>
                <a:gd name="T8" fmla="*/ 0 w 22"/>
                <a:gd name="T9" fmla="*/ 0 h 18"/>
                <a:gd name="T10" fmla="*/ 0 w 22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0"/>
                  </a:moveTo>
                  <a:lnTo>
                    <a:pt x="22" y="0"/>
                  </a:lnTo>
                  <a:lnTo>
                    <a:pt x="22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3" name="Freeform 363">
              <a:extLst>
                <a:ext uri="{FF2B5EF4-FFF2-40B4-BE49-F238E27FC236}">
                  <a16:creationId xmlns:a16="http://schemas.microsoft.com/office/drawing/2014/main" id="{12CC70AC-810C-440A-BA26-C1DEB2D23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39700"/>
            </a:xfrm>
            <a:custGeom>
              <a:avLst/>
              <a:gdLst>
                <a:gd name="T0" fmla="*/ 0 w 210"/>
                <a:gd name="T1" fmla="*/ 0 h 206"/>
                <a:gd name="T2" fmla="*/ 30328264 w 210"/>
                <a:gd name="T3" fmla="*/ 11957235 h 206"/>
                <a:gd name="T4" fmla="*/ 30328264 w 210"/>
                <a:gd name="T5" fmla="*/ 3219203 h 206"/>
                <a:gd name="T6" fmla="*/ 91889028 w 210"/>
                <a:gd name="T7" fmla="*/ 3219203 h 206"/>
                <a:gd name="T8" fmla="*/ 91889028 w 210"/>
                <a:gd name="T9" fmla="*/ 61626010 h 206"/>
                <a:gd name="T10" fmla="*/ 81930986 w 210"/>
                <a:gd name="T11" fmla="*/ 61626010 h 206"/>
                <a:gd name="T12" fmla="*/ 95057894 w 210"/>
                <a:gd name="T13" fmla="*/ 94738301 h 206"/>
                <a:gd name="T14" fmla="*/ 28969890 w 210"/>
                <a:gd name="T15" fmla="*/ 65764792 h 206"/>
                <a:gd name="T16" fmla="*/ 0 w 210"/>
                <a:gd name="T17" fmla="*/ 0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06">
                  <a:moveTo>
                    <a:pt x="0" y="0"/>
                  </a:moveTo>
                  <a:lnTo>
                    <a:pt x="67" y="26"/>
                  </a:lnTo>
                  <a:lnTo>
                    <a:pt x="67" y="7"/>
                  </a:lnTo>
                  <a:lnTo>
                    <a:pt x="203" y="7"/>
                  </a:lnTo>
                  <a:lnTo>
                    <a:pt x="203" y="134"/>
                  </a:lnTo>
                  <a:lnTo>
                    <a:pt x="181" y="134"/>
                  </a:lnTo>
                  <a:lnTo>
                    <a:pt x="210" y="206"/>
                  </a:lnTo>
                  <a:cubicBezTo>
                    <a:pt x="153" y="204"/>
                    <a:pt x="105" y="183"/>
                    <a:pt x="64" y="143"/>
                  </a:cubicBezTo>
                  <a:cubicBezTo>
                    <a:pt x="24" y="104"/>
                    <a:pt x="2" y="56"/>
                    <a:pt x="0" y="0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4" name="Freeform 364">
              <a:extLst>
                <a:ext uri="{FF2B5EF4-FFF2-40B4-BE49-F238E27FC236}">
                  <a16:creationId xmlns:a16="http://schemas.microsoft.com/office/drawing/2014/main" id="{CE7D8DE1-7B56-487B-ACAC-EE3277795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52400"/>
            </a:xfrm>
            <a:custGeom>
              <a:avLst/>
              <a:gdLst>
                <a:gd name="T0" fmla="*/ 95057894 w 210"/>
                <a:gd name="T1" fmla="*/ 94508997 h 225"/>
                <a:gd name="T2" fmla="*/ 95057894 w 210"/>
                <a:gd name="T3" fmla="*/ 103225600 h 225"/>
                <a:gd name="T4" fmla="*/ 28969890 w 210"/>
                <a:gd name="T5" fmla="*/ 74322432 h 225"/>
                <a:gd name="T6" fmla="*/ 0 w 210"/>
                <a:gd name="T7" fmla="*/ 8258048 h 225"/>
                <a:gd name="T8" fmla="*/ 0 w 210"/>
                <a:gd name="T9" fmla="*/ 0 h 225"/>
                <a:gd name="T10" fmla="*/ 28969890 w 210"/>
                <a:gd name="T11" fmla="*/ 65605829 h 225"/>
                <a:gd name="T12" fmla="*/ 95057894 w 210"/>
                <a:gd name="T13" fmla="*/ 94508997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25">
                  <a:moveTo>
                    <a:pt x="210" y="206"/>
                  </a:moveTo>
                  <a:lnTo>
                    <a:pt x="210" y="225"/>
                  </a:lnTo>
                  <a:cubicBezTo>
                    <a:pt x="153" y="223"/>
                    <a:pt x="105" y="202"/>
                    <a:pt x="64" y="162"/>
                  </a:cubicBezTo>
                  <a:cubicBezTo>
                    <a:pt x="24" y="123"/>
                    <a:pt x="2" y="75"/>
                    <a:pt x="0" y="18"/>
                  </a:cubicBezTo>
                  <a:lnTo>
                    <a:pt x="0" y="0"/>
                  </a:lnTo>
                  <a:cubicBezTo>
                    <a:pt x="2" y="56"/>
                    <a:pt x="24" y="104"/>
                    <a:pt x="64" y="143"/>
                  </a:cubicBezTo>
                  <a:cubicBezTo>
                    <a:pt x="105" y="183"/>
                    <a:pt x="153" y="204"/>
                    <a:pt x="210" y="206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3" name="Freeform 365">
              <a:extLst>
                <a:ext uri="{FF2B5EF4-FFF2-40B4-BE49-F238E27FC236}">
                  <a16:creationId xmlns:a16="http://schemas.microsoft.com/office/drawing/2014/main" id="{85EB6F21-F0E5-40D3-A0B8-3ED62DEC1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488" y="4648200"/>
              <a:ext cx="141287" cy="152400"/>
            </a:xfrm>
            <a:custGeom>
              <a:avLst/>
              <a:gdLst>
                <a:gd name="T0" fmla="*/ 95057894 w 210"/>
                <a:gd name="T1" fmla="*/ 94508997 h 225"/>
                <a:gd name="T2" fmla="*/ 95057894 w 210"/>
                <a:gd name="T3" fmla="*/ 103225600 h 225"/>
                <a:gd name="T4" fmla="*/ 28969890 w 210"/>
                <a:gd name="T5" fmla="*/ 74322432 h 225"/>
                <a:gd name="T6" fmla="*/ 0 w 210"/>
                <a:gd name="T7" fmla="*/ 8258048 h 225"/>
                <a:gd name="T8" fmla="*/ 0 w 210"/>
                <a:gd name="T9" fmla="*/ 0 h 225"/>
                <a:gd name="T10" fmla="*/ 28969890 w 210"/>
                <a:gd name="T11" fmla="*/ 65605829 h 225"/>
                <a:gd name="T12" fmla="*/ 95057894 w 210"/>
                <a:gd name="T13" fmla="*/ 94508997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0" h="225">
                  <a:moveTo>
                    <a:pt x="210" y="206"/>
                  </a:moveTo>
                  <a:lnTo>
                    <a:pt x="210" y="225"/>
                  </a:lnTo>
                  <a:cubicBezTo>
                    <a:pt x="153" y="223"/>
                    <a:pt x="105" y="202"/>
                    <a:pt x="64" y="162"/>
                  </a:cubicBezTo>
                  <a:cubicBezTo>
                    <a:pt x="24" y="123"/>
                    <a:pt x="2" y="75"/>
                    <a:pt x="0" y="18"/>
                  </a:cubicBezTo>
                  <a:lnTo>
                    <a:pt x="0" y="0"/>
                  </a:lnTo>
                  <a:cubicBezTo>
                    <a:pt x="2" y="56"/>
                    <a:pt x="24" y="104"/>
                    <a:pt x="64" y="143"/>
                  </a:cubicBezTo>
                  <a:cubicBezTo>
                    <a:pt x="105" y="183"/>
                    <a:pt x="153" y="204"/>
                    <a:pt x="210" y="206"/>
                  </a:cubicBezTo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4" name="Freeform 366">
              <a:extLst>
                <a:ext uri="{FF2B5EF4-FFF2-40B4-BE49-F238E27FC236}">
                  <a16:creationId xmlns:a16="http://schemas.microsoft.com/office/drawing/2014/main" id="{86B80559-7251-43E9-875B-DD61FE714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725" y="4495800"/>
              <a:ext cx="20638" cy="61913"/>
            </a:xfrm>
            <a:custGeom>
              <a:avLst/>
              <a:gdLst>
                <a:gd name="T0" fmla="*/ 14686428 w 29"/>
                <a:gd name="T1" fmla="*/ 0 h 93"/>
                <a:gd name="T2" fmla="*/ 14686428 w 29"/>
                <a:gd name="T3" fmla="*/ 7977457 h 93"/>
                <a:gd name="T4" fmla="*/ 0 w 29"/>
                <a:gd name="T5" fmla="*/ 41216749 h 93"/>
                <a:gd name="T6" fmla="*/ 0 w 29"/>
                <a:gd name="T7" fmla="*/ 32795915 h 93"/>
                <a:gd name="T8" fmla="*/ 14686428 w 29"/>
                <a:gd name="T9" fmla="*/ 0 h 93"/>
                <a:gd name="T10" fmla="*/ 14686428 w 29"/>
                <a:gd name="T11" fmla="*/ 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9" y="0"/>
                  </a:moveTo>
                  <a:lnTo>
                    <a:pt x="29" y="18"/>
                  </a:lnTo>
                  <a:lnTo>
                    <a:pt x="0" y="93"/>
                  </a:lnTo>
                  <a:lnTo>
                    <a:pt x="0" y="7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5" name="Freeform 367">
              <a:extLst>
                <a:ext uri="{FF2B5EF4-FFF2-40B4-BE49-F238E27FC236}">
                  <a16:creationId xmlns:a16="http://schemas.microsoft.com/office/drawing/2014/main" id="{B56B636C-2122-4BA0-89A6-CD395832A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525" y="4627563"/>
              <a:ext cx="90488" cy="12700"/>
            </a:xfrm>
            <a:custGeom>
              <a:avLst/>
              <a:gdLst>
                <a:gd name="T0" fmla="*/ 0 w 135"/>
                <a:gd name="T1" fmla="*/ 0 h 18"/>
                <a:gd name="T2" fmla="*/ 60651760 w 135"/>
                <a:gd name="T3" fmla="*/ 0 h 18"/>
                <a:gd name="T4" fmla="*/ 60651760 w 135"/>
                <a:gd name="T5" fmla="*/ 8960556 h 18"/>
                <a:gd name="T6" fmla="*/ 0 w 135"/>
                <a:gd name="T7" fmla="*/ 8960556 h 18"/>
                <a:gd name="T8" fmla="*/ 0 w 135"/>
                <a:gd name="T9" fmla="*/ 0 h 18"/>
                <a:gd name="T10" fmla="*/ 0 w 135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5" h="18">
                  <a:moveTo>
                    <a:pt x="0" y="0"/>
                  </a:moveTo>
                  <a:lnTo>
                    <a:pt x="135" y="0"/>
                  </a:lnTo>
                  <a:lnTo>
                    <a:pt x="135" y="18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6" name="Freeform 368">
              <a:extLst>
                <a:ext uri="{FF2B5EF4-FFF2-40B4-BE49-F238E27FC236}">
                  <a16:creationId xmlns:a16="http://schemas.microsoft.com/office/drawing/2014/main" id="{7EA617E8-86E5-4C9B-B111-E08C138B6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488" y="4495800"/>
              <a:ext cx="142875" cy="138113"/>
            </a:xfrm>
            <a:custGeom>
              <a:avLst/>
              <a:gdLst>
                <a:gd name="T0" fmla="*/ 96745335 w 211"/>
                <a:gd name="T1" fmla="*/ 0 h 206"/>
                <a:gd name="T2" fmla="*/ 82990061 w 211"/>
                <a:gd name="T3" fmla="*/ 33263108 h 206"/>
                <a:gd name="T4" fmla="*/ 93077307 w 211"/>
                <a:gd name="T5" fmla="*/ 33263108 h 206"/>
                <a:gd name="T6" fmla="*/ 93077307 w 211"/>
                <a:gd name="T7" fmla="*/ 89001090 h 206"/>
                <a:gd name="T8" fmla="*/ 30720156 w 211"/>
                <a:gd name="T9" fmla="*/ 89001090 h 206"/>
                <a:gd name="T10" fmla="*/ 30720156 w 211"/>
                <a:gd name="T11" fmla="*/ 80460879 h 206"/>
                <a:gd name="T12" fmla="*/ 0 w 211"/>
                <a:gd name="T13" fmla="*/ 92597392 h 206"/>
                <a:gd name="T14" fmla="*/ 29803319 w 211"/>
                <a:gd name="T15" fmla="*/ 27869326 h 206"/>
                <a:gd name="T16" fmla="*/ 96745335 w 211"/>
                <a:gd name="T17" fmla="*/ 0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1" h="206">
                  <a:moveTo>
                    <a:pt x="211" y="0"/>
                  </a:moveTo>
                  <a:lnTo>
                    <a:pt x="181" y="74"/>
                  </a:lnTo>
                  <a:lnTo>
                    <a:pt x="203" y="74"/>
                  </a:lnTo>
                  <a:lnTo>
                    <a:pt x="203" y="198"/>
                  </a:lnTo>
                  <a:lnTo>
                    <a:pt x="67" y="198"/>
                  </a:lnTo>
                  <a:lnTo>
                    <a:pt x="67" y="179"/>
                  </a:lnTo>
                  <a:lnTo>
                    <a:pt x="0" y="206"/>
                  </a:lnTo>
                  <a:cubicBezTo>
                    <a:pt x="2" y="150"/>
                    <a:pt x="24" y="102"/>
                    <a:pt x="65" y="62"/>
                  </a:cubicBezTo>
                  <a:cubicBezTo>
                    <a:pt x="105" y="22"/>
                    <a:pt x="154" y="1"/>
                    <a:pt x="211" y="0"/>
                  </a:cubicBezTo>
                </a:path>
              </a:pathLst>
            </a:custGeom>
            <a:solidFill>
              <a:srgbClr val="F5853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7" name="Freeform 369">
              <a:extLst>
                <a:ext uri="{FF2B5EF4-FFF2-40B4-BE49-F238E27FC236}">
                  <a16:creationId xmlns:a16="http://schemas.microsoft.com/office/drawing/2014/main" id="{29DCC236-75CF-46D0-B440-7FC929A5C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488" y="4616450"/>
              <a:ext cx="46037" cy="30163"/>
            </a:xfrm>
            <a:custGeom>
              <a:avLst/>
              <a:gdLst>
                <a:gd name="T0" fmla="*/ 31633603 w 67"/>
                <a:gd name="T1" fmla="*/ 0 h 45"/>
                <a:gd name="T2" fmla="*/ 31633603 w 67"/>
                <a:gd name="T3" fmla="*/ 8087035 h 45"/>
                <a:gd name="T4" fmla="*/ 0 w 67"/>
                <a:gd name="T5" fmla="*/ 20217253 h 45"/>
                <a:gd name="T6" fmla="*/ 0 w 67"/>
                <a:gd name="T7" fmla="*/ 11681124 h 45"/>
                <a:gd name="T8" fmla="*/ 31633603 w 67"/>
                <a:gd name="T9" fmla="*/ 0 h 45"/>
                <a:gd name="T10" fmla="*/ 31633603 w 67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45">
                  <a:moveTo>
                    <a:pt x="67" y="0"/>
                  </a:moveTo>
                  <a:lnTo>
                    <a:pt x="67" y="18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9D502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357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488" name="직선 화살표 연결선 487">
            <a:extLst>
              <a:ext uri="{FF2B5EF4-FFF2-40B4-BE49-F238E27FC236}">
                <a16:creationId xmlns:a16="http://schemas.microsoft.com/office/drawing/2014/main" id="{1A9BCC09-C1C6-4263-A095-964BC9C602E3}"/>
              </a:ext>
            </a:extLst>
          </p:cNvPr>
          <p:cNvCxnSpPr/>
          <p:nvPr/>
        </p:nvCxnSpPr>
        <p:spPr bwMode="auto">
          <a:xfrm>
            <a:off x="3243647" y="3277808"/>
            <a:ext cx="43794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8AB1A85B-0771-4128-A02E-6ED66747E06C}"/>
              </a:ext>
            </a:extLst>
          </p:cNvPr>
          <p:cNvCxnSpPr/>
          <p:nvPr/>
        </p:nvCxnSpPr>
        <p:spPr>
          <a:xfrm flipV="1">
            <a:off x="3101949" y="193734"/>
            <a:ext cx="4110864" cy="799961"/>
          </a:xfrm>
          <a:prstGeom prst="bentConnector3">
            <a:avLst>
              <a:gd name="adj1" fmla="val -96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8081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15204</TotalTime>
  <Words>329</Words>
  <Application>Microsoft Office PowerPoint</Application>
  <PresentationFormat>와이드스크린</PresentationFormat>
  <Paragraphs>169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Amazon Ember</vt:lpstr>
      <vt:lpstr>Helvetica Neue</vt:lpstr>
      <vt:lpstr>굴림</vt:lpstr>
      <vt:lpstr>맑은 고딕</vt:lpstr>
      <vt:lpstr>Arial</vt:lpstr>
      <vt:lpstr>Verdana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Jungmi Ko (고정미)</dc:creator>
  <cp:lastModifiedBy> </cp:lastModifiedBy>
  <cp:revision>398</cp:revision>
  <cp:lastPrinted>2021-10-08T00:03:46Z</cp:lastPrinted>
  <dcterms:created xsi:type="dcterms:W3CDTF">2017-05-30T06:15:02Z</dcterms:created>
  <dcterms:modified xsi:type="dcterms:W3CDTF">2026-03-27T02:24:28Z</dcterms:modified>
</cp:coreProperties>
</file>